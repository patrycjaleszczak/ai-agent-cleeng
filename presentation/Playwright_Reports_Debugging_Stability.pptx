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Playwright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BD5E1"/>
                </a:solidFill>
              </a:defRPr>
            </a:pPr>
            <a:r>
              <a:t>Reports, Debugging &amp; Stability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60A5FA"/>
                </a:solidFill>
              </a:defRPr>
            </a:pPr>
            <a:r>
              <a:t>Reports &amp; Reporters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Built-in HTML Reporter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Default reporter with rich UI, screenshots, videos, and traces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Automatically opens after test run (configurable)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Shows test results, execution time, and failure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import { defineConfig } from '@playwright/test';</a:t>
            </a:r>
            <a:br/>
            <a:br/>
            <a:r>
              <a:t>export default defineConfig({</a:t>
            </a:r>
            <a:br/>
            <a:r>
              <a:t>  reporter: 'html',</a:t>
            </a:r>
            <a:br/>
            <a:r>
              <a:t>  // Or with options:</a:t>
            </a:r>
            <a:br/>
            <a:r>
              <a:t>  reporter: [['html', { </a:t>
            </a:r>
            <a:br/>
            <a:r>
              <a:t>    outputFolder: 'my-report',</a:t>
            </a:r>
            <a:br/>
            <a:r>
              <a:t>    open: 'never' // 'always', 'never', 'on-failure'</a:t>
            </a:r>
            <a:br/>
            <a:r>
              <a:t>  }]]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Using Multiple Reporters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Combine different reporters for various needs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Each reporter can have custom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Useful for CI/CD pipelines and local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reporter: [</a:t>
            </a:r>
            <a:br/>
            <a:r>
              <a:t>    ['html', { outputFolder: 'playwright-report' }],</a:t>
            </a:r>
            <a:br/>
            <a:r>
              <a:t>    ['json', { outputFile: 'results.json' }],</a:t>
            </a:r>
            <a:br/>
            <a:r>
              <a:t>    ['junit', { outputFile: 'junit.xml' }],</a:t>
            </a:r>
            <a:br/>
            <a:r>
              <a:t>    ['list'], // Console output</a:t>
            </a:r>
            <a:br/>
            <a:r>
              <a:t>    ['dot']   // Minimal console output</a:t>
            </a:r>
            <a:br/>
            <a:r>
              <a:t>  ]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Line &amp; List Reporters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Line: Shows one line per test file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List: Detailed console output with test names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Great for CI/CD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reporter: 'line'</a:t>
            </a:r>
            <a:br/>
            <a:r>
              <a:t>  // or</a:t>
            </a:r>
            <a:br/>
            <a:r>
              <a:t>  reporter: 'list'</a:t>
            </a:r>
            <a:br/>
            <a:r>
              <a:t>});</a:t>
            </a:r>
            <a:br/>
            <a:br/>
            <a:r>
              <a:t>// Command line usage:</a:t>
            </a:r>
            <a:br/>
            <a:r>
              <a:t>// npx playwright test --reporter=list</a:t>
            </a:r>
            <a:br/>
            <a:r>
              <a:t>// npx playwright test --reporter=line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JSON Reporter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Outputs test results in JSON format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Perfect for custom processing and integrations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Contains all test metadata, timings,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reporter: [['json', { </a:t>
            </a:r>
            <a:br/>
            <a:r>
              <a:t>    outputFile: 'test-results.json' </a:t>
            </a:r>
            <a:br/>
            <a:r>
              <a:t>  }]]</a:t>
            </a:r>
            <a:br/>
            <a:r>
              <a:t>});</a:t>
            </a:r>
            <a:br/>
            <a:br/>
            <a:r>
              <a:t>// Example JSON structure:</a:t>
            </a:r>
            <a:br/>
            <a:r>
              <a:t>{</a:t>
            </a:r>
            <a:br/>
            <a:r>
              <a:t>  "suites": [...],</a:t>
            </a:r>
            <a:br/>
            <a:r>
              <a:t>  "stats": {</a:t>
            </a:r>
            <a:br/>
            <a:r>
              <a:t>    "expected": 10,</a:t>
            </a:r>
            <a:br/>
            <a:r>
              <a:t>    "unexpected": 1,</a:t>
            </a:r>
            <a:br/>
            <a:r>
              <a:t>    "skipped": 0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JUnit XML Reporter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Standard format for CI/CD tools (Jenkins, GitLab, etc.)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Compatible with most test reporting dashboards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Includes test suites, cases, and failure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reporter: [['junit', { </a:t>
            </a:r>
            <a:br/>
            <a:r>
              <a:t>    outputFile: 'junit-results.xml',</a:t>
            </a:r>
            <a:br/>
            <a:r>
              <a:t>    stripANSIControlSequences: true</a:t>
            </a:r>
            <a:br/>
            <a:r>
              <a:t>  }]]</a:t>
            </a:r>
            <a:br/>
            <a:r>
              <a:t>});</a:t>
            </a:r>
            <a:br/>
            <a:br/>
            <a:r>
              <a:t>// Jenkins integration example:</a:t>
            </a:r>
            <a:br/>
            <a:r>
              <a:t>// junit 'junit-results.xml'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Custom Reporter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Create your own reporter by implementing Reporter interface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Full control over output format and destination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Can send results to external services 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my-custom-reporter.ts</a:t>
            </a:r>
            <a:br/>
            <a:r>
              <a:t>import { Reporter, TestCase, TestResult } from '@playwright/test/reporter';</a:t>
            </a:r>
            <a:br/>
            <a:br/>
            <a:r>
              <a:t>class MyReporter implements Reporter {</a:t>
            </a:r>
            <a:br/>
            <a:r>
              <a:t>  onTestEnd(test: TestCase, result: TestResult) {</a:t>
            </a:r>
            <a:br/>
            <a:r>
              <a:t>    console.log(`Test ${test.title}: ${result.status}`);</a:t>
            </a:r>
            <a:br/>
            <a:r>
              <a:t>    // Send to your API, database, Slack, etc.</a:t>
            </a:r>
            <a:br/>
            <a:r>
              <a:t>  }</a:t>
            </a:r>
            <a:br/>
            <a:r>
              <a:t>}</a:t>
            </a:r>
            <a:br/>
            <a:r>
              <a:t>export default MyReporter;</a:t>
            </a:r>
            <a:br/>
            <a:br/>
            <a:r>
              <a:t>// playwright.config.ts</a:t>
            </a:r>
            <a:br/>
            <a:r>
              <a:t>reporter: [['./my-custom-reporter.ts']]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Allure Reporter (Free)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Beautiful HTML reports with detailed analytics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Shows test history, trends, and categories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npm install -D @playwright/allure-playwright allure-commandline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reporter: [['allure-playwright', {</a:t>
            </a:r>
            <a:br/>
            <a:r>
              <a:t>    detail: true,</a:t>
            </a:r>
            <a:br/>
            <a:r>
              <a:t>    outputFolder: 'allure-results',</a:t>
            </a:r>
            <a:br/>
            <a:r>
              <a:t>    suiteTitle: false</a:t>
            </a:r>
            <a:br/>
            <a:r>
              <a:t>  }]]</a:t>
            </a:r>
            <a:br/>
            <a:r>
              <a:t>});</a:t>
            </a:r>
            <a:br/>
            <a:br/>
            <a:r>
              <a:t>// Generate and open report:</a:t>
            </a:r>
            <a:br/>
            <a:r>
              <a:t>// npx playwright test</a:t>
            </a:r>
            <a:br/>
            <a:r>
              <a:t>// npx allure generate ./allure-results -o ./allure-report</a:t>
            </a:r>
            <a:br/>
            <a:r>
              <a:t>// npx allure open ./allure-report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Testomat.io (Paid/Free Tier)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Cloud-based test management platform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Real-time test execution monitoring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Test case management and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Install: npm install -D @testomatio/reporter</a:t>
            </a:r>
            <a:br/>
            <a:br/>
            <a:r>
              <a:t>// playwright.config.ts</a:t>
            </a:r>
            <a:br/>
            <a:r>
              <a:t>export default defineConfig({</a:t>
            </a:r>
            <a:br/>
            <a:r>
              <a:t>  reporter: [['@testomatio/reporter', {</a:t>
            </a:r>
            <a:br/>
            <a:r>
              <a:t>    apiKey: process.env.TESTOMATIO_TOKEN,</a:t>
            </a:r>
            <a:br/>
            <a:r>
              <a:t>  }]]</a:t>
            </a:r>
            <a:br/>
            <a:r>
              <a:t>});</a:t>
            </a:r>
            <a:br/>
            <a:br/>
            <a:r>
              <a:t>// Run with test ID:</a:t>
            </a:r>
            <a:br/>
            <a:r>
              <a:t>test('@T123 Login test', async ({ page }) =&gt; {</a:t>
            </a:r>
            <a:br/>
            <a:r>
              <a:t>  // Your test code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ReportPortal.io (Free/Self-hosted)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AI-powered test automation dashboard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Real-time test execution analytics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Defect clustering and failure pattern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Install: npm install -D @reportportal/agent-js-playwright</a:t>
            </a:r>
            <a:br/>
            <a:br/>
            <a:r>
              <a:t>// playwright.config.ts</a:t>
            </a:r>
            <a:br/>
            <a:r>
              <a:t>export default defineConfig({</a:t>
            </a:r>
            <a:br/>
            <a:r>
              <a:t>  reporter: [['@reportportal/agent-js-playwright', {</a:t>
            </a:r>
            <a:br/>
            <a:r>
              <a:t>    apiKey: process.env.RP_API_KEY,</a:t>
            </a:r>
            <a:br/>
            <a:r>
              <a:t>    endpoint: 'http://your-instance/api/v1',</a:t>
            </a:r>
            <a:br/>
            <a:r>
              <a:t>    project: 'your_project',</a:t>
            </a:r>
            <a:br/>
            <a:r>
              <a:t>    launch: 'Playwright Tests',</a:t>
            </a:r>
            <a:br/>
            <a:r>
              <a:t>    description: 'Automated tests'</a:t>
            </a:r>
            <a:br/>
            <a:r>
              <a:t>  }]]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Currents.dev (Paid)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Playwright test orchestration and reporting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Parallel test execution across multiple machines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Flaky test detection and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Install: npm install -D @currents/playwright</a:t>
            </a:r>
            <a:br/>
            <a:br/>
            <a:r>
              <a:t>// playwright.config.ts</a:t>
            </a:r>
            <a:br/>
            <a:r>
              <a:t>export default defineConfig({</a:t>
            </a:r>
            <a:br/>
            <a:r>
              <a:t>  reporter: [['@currents/playwright', {</a:t>
            </a:r>
            <a:br/>
            <a:r>
              <a:t>    projectId: process.env.CURRENTS_PROJECT_ID,</a:t>
            </a:r>
            <a:br/>
            <a:r>
              <a:t>    recordKey: process.env.CURRENTS_RECORD_KEY,</a:t>
            </a:r>
            <a:br/>
            <a:r>
              <a:t>    ciBuildId: process.env.CI_BUILD_ID</a:t>
            </a:r>
            <a:br/>
            <a:r>
              <a:t>  }]]</a:t>
            </a:r>
            <a:br/>
            <a:r>
              <a:t>});</a:t>
            </a:r>
            <a:br/>
            <a:br/>
            <a:r>
              <a:t>// Run: npx pwc --key &lt;record-key&gt;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Argos Visual Testing (Paid/Free)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Visual regression testing platform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Screenshot comparison and approval workflow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GitHub/GitLab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Install: npm install -D @argos-ci/playwright</a:t>
            </a:r>
            <a:br/>
            <a:br/>
            <a:r>
              <a:t>// tests/visual.spec.ts</a:t>
            </a:r>
            <a:br/>
            <a:r>
              <a:t>import { argosScreenshot } from '@argos-ci/playwright';</a:t>
            </a:r>
            <a:br/>
            <a:br/>
            <a:r>
              <a:t>test('visual test', async ({ page }) =&gt; {</a:t>
            </a:r>
            <a:br/>
            <a:r>
              <a:t>  await page.goto('https://example.com');</a:t>
            </a:r>
            <a:br/>
            <a:r>
              <a:t>  await argosScreenshot(page, 'homepage');</a:t>
            </a:r>
            <a:br/>
            <a:r>
              <a:t>});</a:t>
            </a:r>
            <a:br/>
            <a:br/>
            <a:r>
              <a:t>// Integrate in CI with environment variables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GitHub Actions Reporter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Native integration with GitHub Actions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Shows annotations on PR and commit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Displays test failures inline with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reporter: process.env.CI </a:t>
            </a:r>
            <a:br/>
            <a:r>
              <a:t>    ? [['github'], ['html']] </a:t>
            </a:r>
            <a:br/>
            <a:r>
              <a:t>    : [['html']],</a:t>
            </a:r>
            <a:br/>
            <a:r>
              <a:t>});</a:t>
            </a:r>
            <a:br/>
            <a:br/>
            <a:r>
              <a:t>// .github/workflows/tests.yml</a:t>
            </a:r>
            <a:br/>
            <a:r>
              <a:t>- name: Run Playwright tests</a:t>
            </a:r>
            <a:br/>
            <a:r>
              <a:t>  run: npx playwright test</a:t>
            </a:r>
            <a:br/>
            <a:r>
              <a:t>  </a:t>
            </a:r>
            <a:br/>
            <a:r>
              <a:t>- name: Upload report</a:t>
            </a:r>
            <a:br/>
            <a:r>
              <a:t>  if: always()</a:t>
            </a:r>
            <a:br/>
            <a:r>
              <a:t>  uses: actions/upload-artifact@v4</a:t>
            </a:r>
            <a:br/>
            <a:r>
              <a:t>  with:</a:t>
            </a:r>
            <a:br/>
            <a:r>
              <a:t>    name: playwright-report</a:t>
            </a:r>
            <a:br/>
            <a:r>
              <a:t>    path: playwright-report/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Monocart Reporter (Free)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Enhanced HTML reporter with code coverage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V8 JavaScript coverage support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Beautiful UI with charts and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Install: npm install -D monocart-reporter</a:t>
            </a:r>
            <a:br/>
            <a:br/>
            <a:r>
              <a:t>// playwright.config.ts</a:t>
            </a:r>
            <a:br/>
            <a:r>
              <a:t>export default defineConfig({</a:t>
            </a:r>
            <a:br/>
            <a:r>
              <a:t>  reporter: [['monocart-reporter', {</a:t>
            </a:r>
            <a:br/>
            <a:r>
              <a:t>    name: 'My Test Report',</a:t>
            </a:r>
            <a:br/>
            <a:r>
              <a:t>    outputFile: './test-results/report.html',</a:t>
            </a:r>
            <a:br/>
            <a:r>
              <a:t>    coverage: {</a:t>
            </a:r>
            <a:br/>
            <a:r>
              <a:t>      entryFilter: (entry) =&gt; true,</a:t>
            </a:r>
            <a:br/>
            <a:r>
              <a:t>      sourceFilter: (sourcePath) =&gt; true</a:t>
            </a:r>
            <a:br/>
            <a:r>
              <a:t>    }</a:t>
            </a:r>
            <a:br/>
            <a:r>
              <a:t>  }]]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60A5FA"/>
                </a:solidFill>
              </a:defRPr>
            </a:pPr>
            <a:r>
              <a:t>Results Analysis &amp; Debugging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Debug in VS Code -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Playwright has excellent VS Code integration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Set breakpoints directly in your test code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Step through test execution line by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Install VS Code extension: </a:t>
            </a:r>
            <a:br/>
            <a:r>
              <a:t>// Playwright Test for VSCode</a:t>
            </a:r>
            <a:br/>
            <a:br/>
            <a:r>
              <a:t>// .vscode/launch.json</a:t>
            </a:r>
            <a:br/>
            <a:r>
              <a:t>{</a:t>
            </a:r>
            <a:br/>
            <a:r>
              <a:t>  "version": "0.2.0",</a:t>
            </a:r>
            <a:br/>
            <a:r>
              <a:t>  "configurations": [</a:t>
            </a:r>
            <a:br/>
            <a:r>
              <a:t>    {</a:t>
            </a:r>
            <a:br/>
            <a:r>
              <a:t>      "type": "node",</a:t>
            </a:r>
            <a:br/>
            <a:r>
              <a:t>      "request": "launch",</a:t>
            </a:r>
            <a:br/>
            <a:r>
              <a:t>      "name": "Debug Playwright Tests",</a:t>
            </a:r>
            <a:br/>
            <a:r>
              <a:t>      "program": "${workspaceFolder}/node_modules/.bin/playwright",</a:t>
            </a:r>
            <a:br/>
            <a:r>
              <a:t>      "args": ["test", "${file}"],</a:t>
            </a:r>
            <a:br/>
            <a:r>
              <a:t>      "console": "integratedTerminal"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Debug in VS Code -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Set breakpoints by clicking left of line numbers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Debug toolbar: Continue, Step Over, Step Into, Step Out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Inspect variables in the Debug sidebar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Debug Console for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In your test file:</a:t>
            </a:r>
            <a:br/>
            <a:r>
              <a:t>test('debug example', async ({ page }) =&gt; {</a:t>
            </a:r>
            <a:br/>
            <a:r>
              <a:t>  await page.goto('https://example.com');</a:t>
            </a:r>
            <a:br/>
            <a:r>
              <a:t>  </a:t>
            </a:r>
            <a:br/>
            <a:r>
              <a:t>  // Set breakpoint on next line</a:t>
            </a:r>
            <a:br/>
            <a:r>
              <a:t>  const title = await page.title();</a:t>
            </a:r>
            <a:br/>
            <a:r>
              <a:t>  </a:t>
            </a:r>
            <a:br/>
            <a:r>
              <a:t>  // Inspect 'title' variable when paused</a:t>
            </a:r>
            <a:br/>
            <a:r>
              <a:t>  console.log(title);</a:t>
            </a:r>
            <a:br/>
            <a:r>
              <a:t>});</a:t>
            </a:r>
            <a:br/>
            <a:br/>
            <a:r>
              <a:t>// Or use debugger statement:</a:t>
            </a:r>
            <a:br/>
            <a:r>
              <a:t>test('with debugger', async ({ page }) =&gt; {</a:t>
            </a:r>
            <a:br/>
            <a:r>
              <a:t>  debugger; // Automatically pauses here</a:t>
            </a:r>
            <a:br/>
            <a:r>
              <a:t>  await page.goto('https://example.com');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Playwright Inspector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Built-in debugging tool with GUI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Step through test actions one by one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Explore page state, selectors, and console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Launch with inspector:</a:t>
            </a:r>
            <a:br/>
            <a:r>
              <a:t>npx playwright test --debug</a:t>
            </a:r>
            <a:br/>
            <a:br/>
            <a:r>
              <a:t>// Debug specific test:</a:t>
            </a:r>
            <a:br/>
            <a:r>
              <a:t>npx playwright test example.spec.ts --debug</a:t>
            </a:r>
            <a:br/>
            <a:br/>
            <a:r>
              <a:t>// Debug from specific line:</a:t>
            </a:r>
            <a:br/>
            <a:r>
              <a:t>await page.pause(); // Opens inspector at this point</a:t>
            </a:r>
            <a:br/>
            <a:br/>
            <a:r>
              <a:t>test('with pause', async ({ page }) =&gt; {</a:t>
            </a:r>
            <a:br/>
            <a:r>
              <a:t>  await page.goto('https://example.com');</a:t>
            </a:r>
            <a:br/>
            <a:r>
              <a:t>  await page.pause(); // Pauses here</a:t>
            </a:r>
            <a:br/>
            <a:r>
              <a:t>  await page.click('button');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Reading Console Logs in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--reporter=list for detailed console output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Shows test names, timings, and errors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Color-coded for easy scanning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Run with detailed output:</a:t>
            </a:r>
            <a:br/>
            <a:r>
              <a:t>npx playwright test --reporter=list</a:t>
            </a:r>
            <a:br/>
            <a:br/>
            <a:r>
              <a:t>// Even more details:</a:t>
            </a:r>
            <a:br/>
            <a:r>
              <a:t>npx playwright test --reporter=list --verbose</a:t>
            </a:r>
            <a:br/>
            <a:br/>
            <a:r>
              <a:t>// Show only failures:</a:t>
            </a:r>
            <a:br/>
            <a:r>
              <a:t>npx playwright test --reporter=list --quiet</a:t>
            </a:r>
            <a:br/>
            <a:br/>
            <a:r>
              <a:t>// Capture page console in tests:</a:t>
            </a:r>
            <a:br/>
            <a:r>
              <a:t>page.on('console', msg =&gt; {</a:t>
            </a:r>
            <a:br/>
            <a:r>
              <a:t>  console.log('Browser console:', msg.text());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Save Logs to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Redirect console output to file for later analysis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Useful in CI/CD for debugging failed runs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Can be attached to bug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Save all output to file:</a:t>
            </a:r>
            <a:br/>
            <a:r>
              <a:t>npx playwright test --reporter=list &gt; test-output.log 2&gt;&amp;1</a:t>
            </a:r>
            <a:br/>
            <a:br/>
            <a:r>
              <a:t>// Save JSON results:</a:t>
            </a:r>
            <a:br/>
            <a:r>
              <a:t>npx playwright test --reporter=json &gt; results.json</a:t>
            </a:r>
            <a:br/>
            <a:br/>
            <a:r>
              <a:t>// In code - custom logging:</a:t>
            </a:r>
            <a:br/>
            <a:r>
              <a:t>import * as fs from 'fs';</a:t>
            </a:r>
            <a:br/>
            <a:br/>
            <a:r>
              <a:t>test('log to file', async ({ page }) =&gt; {</a:t>
            </a:r>
            <a:br/>
            <a:r>
              <a:t>  const log = (msg: string) =&gt; {</a:t>
            </a:r>
            <a:br/>
            <a:r>
              <a:t>    fs.appendFileSync('test.log', `${new Date().toISOString()} - ${msg}\n`);</a:t>
            </a:r>
            <a:br/>
            <a:r>
              <a:t>  };</a:t>
            </a:r>
            <a:br/>
            <a:r>
              <a:t>  </a:t>
            </a:r>
            <a:br/>
            <a:r>
              <a:t>  log('Test started');</a:t>
            </a:r>
            <a:br/>
            <a:r>
              <a:t>  await page.goto('https://example.com');</a:t>
            </a:r>
            <a:br/>
            <a:r>
              <a:t>  log('Page loaded');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API Test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Log request/response for API tests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Capture headers, body, status codes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Essential for debugging integration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test('API with logging', async ({ request }) =&gt; {</a:t>
            </a:r>
            <a:br/>
            <a:r>
              <a:t>  const response = await request.get('https://api.example.com/users');</a:t>
            </a:r>
            <a:br/>
            <a:r>
              <a:t>  </a:t>
            </a:r>
            <a:br/>
            <a:r>
              <a:t>  console.log('Status:', response.status());</a:t>
            </a:r>
            <a:br/>
            <a:r>
              <a:t>  console.log('Headers:', response.headers());</a:t>
            </a:r>
            <a:br/>
            <a:r>
              <a:t>  console.log('Body:', await response.text());</a:t>
            </a:r>
            <a:br/>
            <a:r>
              <a:t>  </a:t>
            </a:r>
            <a:br/>
            <a:r>
              <a:t>  // Or use interceptors:</a:t>
            </a:r>
            <a:br/>
            <a:r>
              <a:t>  page.route('**/api/**', async (route) =&gt; {</a:t>
            </a:r>
            <a:br/>
            <a:r>
              <a:t>    const response = await route.fetch();</a:t>
            </a:r>
            <a:br/>
            <a:r>
              <a:t>    console.log('API Request:', route.request().url());</a:t>
            </a:r>
            <a:br/>
            <a:r>
              <a:t>    console.log('API Response:', await response.text());</a:t>
            </a:r>
            <a:br/>
            <a:r>
              <a:t>    await route.fulfill({ response });</a:t>
            </a:r>
            <a:br/>
            <a:r>
              <a:t>  });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Trace Viewer for Deep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Records complete test execution with screenshots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Shows network, console, DOM snapshots at each step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Enable in config or per-test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use: {</a:t>
            </a:r>
            <a:br/>
            <a:r>
              <a:t>    trace: 'on-first-retry', // 'on' | 'off' | 'retain-on-failure'</a:t>
            </a:r>
            <a:br/>
            <a:r>
              <a:t>    screenshot: 'only-on-failure',</a:t>
            </a:r>
            <a:br/>
            <a:r>
              <a:t>    video: 'retain-on-failure'</a:t>
            </a:r>
            <a:br/>
            <a:r>
              <a:t>  }</a:t>
            </a:r>
            <a:br/>
            <a:r>
              <a:t>});</a:t>
            </a:r>
            <a:br/>
            <a:br/>
            <a:r>
              <a:t>// View trace:</a:t>
            </a:r>
            <a:br/>
            <a:r>
              <a:t>npx playwright show-trace trace.zip</a:t>
            </a:r>
            <a:br/>
            <a:br/>
            <a:r>
              <a:t>// In test:</a:t>
            </a:r>
            <a:br/>
            <a:r>
              <a:t>test('with trace', async ({ page, context }) =&gt; {</a:t>
            </a:r>
            <a:br/>
            <a:r>
              <a:t>  await context.tracing.start({ screenshots: true, snapshots: true });</a:t>
            </a:r>
            <a:br/>
            <a:r>
              <a:t>  // ... test steps ...</a:t>
            </a:r>
            <a:br/>
            <a:r>
              <a:t>  await context.tracing.stop({ path: 'trace.zip' });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Screenshots &amp; Videos for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Automatic screenshots on failure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Record videos of test execution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Capture at specific points for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use: {</a:t>
            </a:r>
            <a:br/>
            <a:r>
              <a:t>    screenshot: 'only-on-failure', // 'on' | 'off'</a:t>
            </a:r>
            <a:br/>
            <a:r>
              <a:t>    video: 'retain-on-failure' // 'on' | 'off' | 'retain-on-failure'</a:t>
            </a:r>
            <a:br/>
            <a:r>
              <a:t>  }</a:t>
            </a:r>
            <a:br/>
            <a:r>
              <a:t>});</a:t>
            </a:r>
            <a:br/>
            <a:br/>
            <a:r>
              <a:t>// Manual screenshots:</a:t>
            </a:r>
            <a:br/>
            <a:r>
              <a:t>test('screenshot example', async ({ page }) =&gt; {</a:t>
            </a:r>
            <a:br/>
            <a:r>
              <a:t>  await page.goto('https://example.com');</a:t>
            </a:r>
            <a:br/>
            <a:r>
              <a:t>  await page.screenshot({ path: 'screenshot.png' });</a:t>
            </a:r>
            <a:br/>
            <a:r>
              <a:t>  </a:t>
            </a:r>
            <a:br/>
            <a:r>
              <a:t>  // Element screenshot:</a:t>
            </a:r>
            <a:br/>
            <a:r>
              <a:t>  await page.locator('.header').screenshot({ path: 'header.png' });</a:t>
            </a:r>
            <a:br/>
            <a:r>
              <a:t>  </a:t>
            </a:r>
            <a:br/>
            <a:r>
              <a:t>  // Full page:</a:t>
            </a:r>
            <a:br/>
            <a:r>
              <a:t>  await page.screenshot({ path: 'full.png', fullPage: true });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Capture Browser Console &amp;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Listen to browser console messages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Catch JavaScript errors from the page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Track network failures and warnings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test('capture console', async ({ page }) =&gt; {</a:t>
            </a:r>
            <a:br/>
            <a:r>
              <a:t>  const messages: string[] = [];</a:t>
            </a:r>
            <a:br/>
            <a:r>
              <a:t>  </a:t>
            </a:r>
            <a:br/>
            <a:r>
              <a:t>  page.on('console', msg =&gt; {</a:t>
            </a:r>
            <a:br/>
            <a:r>
              <a:t>    messages.push(`[${msg.type()}] ${msg.text()}`);</a:t>
            </a:r>
            <a:br/>
            <a:r>
              <a:t>  });</a:t>
            </a:r>
            <a:br/>
            <a:r>
              <a:t>  </a:t>
            </a:r>
            <a:br/>
            <a:r>
              <a:t>  page.on('pageerror', error =&gt; {</a:t>
            </a:r>
            <a:br/>
            <a:r>
              <a:t>    console.error('Page error:', error.message);</a:t>
            </a:r>
            <a:br/>
            <a:r>
              <a:t>  });</a:t>
            </a:r>
            <a:br/>
            <a:r>
              <a:t>  </a:t>
            </a:r>
            <a:br/>
            <a:r>
              <a:t>  page.on('requestfailed', request =&gt; {</a:t>
            </a:r>
            <a:br/>
            <a:r>
              <a:t>    console.error('Failed request:', request.url());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page.goto('https://example.com');</a:t>
            </a:r>
            <a:br/>
            <a:r>
              <a:t>  console.log('All messages:', messages);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Slow Motion &amp; Timeout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Slow down test execution to see what's happening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Increase timeouts for debugging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Helps identify timing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Run in headed mode with slow motion:</a:t>
            </a:r>
            <a:br/>
            <a:r>
              <a:t>npx playwright test --headed --slow-mo=1000</a:t>
            </a:r>
            <a:br/>
            <a:br/>
            <a:r>
              <a:t>// In config:</a:t>
            </a:r>
            <a:br/>
            <a:r>
              <a:t>export default defineConfig({</a:t>
            </a:r>
            <a:br/>
            <a:r>
              <a:t>  use: {</a:t>
            </a:r>
            <a:br/>
            <a:r>
              <a:t>    launchOptions: {</a:t>
            </a:r>
            <a:br/>
            <a:r>
              <a:t>      slowMo: 1000 // milliseconds between actions</a:t>
            </a:r>
            <a:br/>
            <a:r>
              <a:t>    },</a:t>
            </a:r>
            <a:br/>
            <a:r>
              <a:t>    actionTimeout: 30000, // 30 seconds</a:t>
            </a:r>
            <a:br/>
            <a:r>
              <a:t>    navigationTimeout: 60000 // 60 seconds</a:t>
            </a:r>
            <a:br/>
            <a:r>
              <a:t>  }</a:t>
            </a:r>
            <a:br/>
            <a:r>
              <a:t>});</a:t>
            </a:r>
            <a:br/>
            <a:br/>
            <a:r>
              <a:t>// Per-test timeout:</a:t>
            </a:r>
            <a:br/>
            <a:r>
              <a:t>test('slow test', async ({ page }) =&gt; {</a:t>
            </a:r>
            <a:br/>
            <a:r>
              <a:t>  test.setTimeout(120000); // 2 minutes</a:t>
            </a:r>
            <a:br/>
            <a:r>
              <a:t>  await page.goto('https://example.com');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Network HAR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Record all network activity to HAR file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Import into Chrome DevTools or HAR viewers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Useful for analyzing API calls and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test('record network', async ({ page, context }) =&gt; {</a:t>
            </a:r>
            <a:br/>
            <a:r>
              <a:t>  // Start recording</a:t>
            </a:r>
            <a:br/>
            <a:r>
              <a:t>  await context.routeFromHAR('network.har', { </a:t>
            </a:r>
            <a:br/>
            <a:r>
              <a:t>    update: true </a:t>
            </a:r>
            <a:br/>
            <a:r>
              <a:t>  });</a:t>
            </a:r>
            <a:br/>
            <a:r>
              <a:t>  </a:t>
            </a:r>
            <a:br/>
            <a:r>
              <a:t>  await page.goto('https://example.com');</a:t>
            </a:r>
            <a:br/>
            <a:r>
              <a:t>  // All network requests saved to network.har</a:t>
            </a:r>
            <a:br/>
            <a:r>
              <a:t>});</a:t>
            </a:r>
            <a:br/>
            <a:br/>
            <a:r>
              <a:t>// Or in config:</a:t>
            </a:r>
            <a:br/>
            <a:r>
              <a:t>use: {</a:t>
            </a:r>
            <a:br/>
            <a:r>
              <a:t>  recordHar: { </a:t>
            </a:r>
            <a:br/>
            <a:r>
              <a:t>    path: './hars/',</a:t>
            </a:r>
            <a:br/>
            <a:r>
              <a:t>    mode: 'minimal' // or 'full'</a:t>
            </a:r>
            <a:br/>
            <a:r>
              <a:t>  }</a:t>
            </a:r>
            <a:br/>
            <a:r>
              <a:t>}</a:t>
            </a:r>
            <a:br/>
            <a:br/>
            <a:r>
              <a:t>// Replay from HAR:</a:t>
            </a:r>
            <a:br/>
            <a:r>
              <a:t>await context.routeFromHAR('network.har');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Detailed Step-by-step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Add custom logging between test steps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Track execution flow and state changes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test.step() for organized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test('detailed logging', async ({ page }) =&gt; {</a:t>
            </a:r>
            <a:br/>
            <a:r>
              <a:t>  await test.step('Navigate to homepage', async () =&gt; {</a:t>
            </a:r>
            <a:br/>
            <a:r>
              <a:t>    console.log('→ Starting navigation');</a:t>
            </a:r>
            <a:br/>
            <a:r>
              <a:t>    await page.goto('https://example.com');</a:t>
            </a:r>
            <a:br/>
            <a:r>
              <a:t>    console.log('✓ Navigation complete');</a:t>
            </a:r>
            <a:br/>
            <a:r>
              <a:t>  });</a:t>
            </a:r>
            <a:br/>
            <a:r>
              <a:t>  </a:t>
            </a:r>
            <a:br/>
            <a:r>
              <a:t>  await test.step('Perform login', async () =&gt; {</a:t>
            </a:r>
            <a:br/>
            <a:r>
              <a:t>    console.log('→ Filling username');</a:t>
            </a:r>
            <a:br/>
            <a:r>
              <a:t>    await page.fill('#username', 'user');</a:t>
            </a:r>
            <a:br/>
            <a:r>
              <a:t>    console.log('→ Filling password');</a:t>
            </a:r>
            <a:br/>
            <a:r>
              <a:t>    await page.fill('#password', 'pass');</a:t>
            </a:r>
            <a:br/>
            <a:r>
              <a:t>    console.log('→ Clicking submit');</a:t>
            </a:r>
            <a:br/>
            <a:r>
              <a:t>    await page.click('button[type="submit"]');</a:t>
            </a:r>
            <a:br/>
            <a:r>
              <a:t>    console.log('✓ Login complete');</a:t>
            </a:r>
            <a:br/>
            <a:r>
              <a:t>  });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60A5FA"/>
                </a:solidFill>
              </a:defRPr>
            </a:pPr>
            <a:r>
              <a:t>Stability &amp; Flaky Tests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1. Wait for Elements Properly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Never use static waits (page.waitForTimeout)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auto-waiting locators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Wait for specific conditions before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Static wait</a:t>
            </a:r>
            <a:br/>
            <a:r>
              <a:t>await page.waitForTimeout(3000);</a:t>
            </a:r>
            <a:br/>
            <a:r>
              <a:t>await page.click('.submit-button');</a:t>
            </a:r>
            <a:br/>
            <a:br/>
            <a:r>
              <a:t>// ✅ GOOD - Auto-waiting</a:t>
            </a:r>
            <a:br/>
            <a:r>
              <a:t>await page.click('.submit-button'); // Waits automatically</a:t>
            </a:r>
            <a:br/>
            <a:br/>
            <a:r>
              <a:t>// ✅ BETTER - Explicit wait</a:t>
            </a:r>
            <a:br/>
            <a:r>
              <a:t>await page.waitForSelector('.submit-button', { state: 'visible' });</a:t>
            </a:r>
            <a:br/>
            <a:r>
              <a:t>await page.click('.submit-button');</a:t>
            </a:r>
            <a:br/>
            <a:br/>
            <a:r>
              <a:t>// ✅ BEST - Wait for specific state</a:t>
            </a:r>
            <a:br/>
            <a:r>
              <a:t>await page.locator('.submit-button').waitFor({ state: 'visible' });</a:t>
            </a:r>
            <a:br/>
            <a:r>
              <a:t>await page.locator('.submit-button').click();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2. Wait for Network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Wait for API calls to complete before assertions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waitForResponse or waitForRequest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Prevents checking data before it's loaded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</a:t>
            </a:r>
            <a:br/>
            <a:r>
              <a:t>await page.click('.load-data-button');</a:t>
            </a:r>
            <a:br/>
            <a:r>
              <a:t>await expect(page.locator('.data-item')).toHaveCount(10);</a:t>
            </a:r>
            <a:br/>
            <a:br/>
            <a:r>
              <a:t>// ✅ GOOD - Wait for API response</a:t>
            </a:r>
            <a:br/>
            <a:r>
              <a:t>await page.click('.load-data-button');</a:t>
            </a:r>
            <a:br/>
            <a:r>
              <a:t>await page.waitForResponse(resp =&gt; </a:t>
            </a:r>
            <a:br/>
            <a:r>
              <a:t>  resp.url().includes('/api/data') &amp;&amp; resp.status() === 200</a:t>
            </a:r>
            <a:br/>
            <a:r>
              <a:t>);</a:t>
            </a:r>
            <a:br/>
            <a:r>
              <a:t>await expect(page.locator('.data-item')).toHaveCount(10);</a:t>
            </a:r>
            <a:br/>
            <a:br/>
            <a:r>
              <a:t>// ✅ BETTER - Wait with timeout</a:t>
            </a:r>
            <a:br/>
            <a:r>
              <a:t>const responsePromise = page.waitForResponse('/api/data', { timeout: 10000 });</a:t>
            </a:r>
            <a:br/>
            <a:r>
              <a:t>await page.click('.load-data-button');</a:t>
            </a:r>
            <a:br/>
            <a:r>
              <a:t>await responsePromise;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3. Handle Dynamic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Wait for elements to be stable (not animating)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Wait for content to finish loading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waitForLoadState for page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</a:t>
            </a:r>
            <a:br/>
            <a:r>
              <a:t>await page.goto('https://example.com');</a:t>
            </a:r>
            <a:br/>
            <a:r>
              <a:t>await page.click('.menu-item');</a:t>
            </a:r>
            <a:br/>
            <a:br/>
            <a:r>
              <a:t>// ✅ GOOD - Wait for load state</a:t>
            </a:r>
            <a:br/>
            <a:r>
              <a:t>await page.goto('https://example.com');</a:t>
            </a:r>
            <a:br/>
            <a:r>
              <a:t>await page.waitForLoadState('networkidle');</a:t>
            </a:r>
            <a:br/>
            <a:r>
              <a:t>await page.click('.menu-item');</a:t>
            </a:r>
            <a:br/>
            <a:br/>
            <a:r>
              <a:t>// ✅ BETTER - Wait for specific element to be stable</a:t>
            </a:r>
            <a:br/>
            <a:r>
              <a:t>await page.goto('https://example.com');</a:t>
            </a:r>
            <a:br/>
            <a:r>
              <a:t>await page.locator('.menu-item').waitFor({ state: 'visible' });</a:t>
            </a:r>
            <a:br/>
            <a:r>
              <a:t>await page.waitForTimeout(100); // Allow animations to complete</a:t>
            </a:r>
            <a:br/>
            <a:r>
              <a:t>await page.click('.menu-item');</a:t>
            </a:r>
            <a:br/>
            <a:br/>
            <a:r>
              <a:t>// ✅ BEST - Use Playwright's stability checks</a:t>
            </a:r>
            <a:br/>
            <a:r>
              <a:t>await page.locator('.menu-item').click(); // Already waits for stability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4. Use Reliable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Prefer data-testid, role selectors over CSS classes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Avoid brittle selectors that change frequently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getBy* locators for better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Fragile selectors</a:t>
            </a:r>
            <a:br/>
            <a:r>
              <a:t>await page.click('.btn.btn-primary.submit-form-button');</a:t>
            </a:r>
            <a:br/>
            <a:r>
              <a:t>await page.fill('input:nth-child(3)', 'value');</a:t>
            </a:r>
            <a:br/>
            <a:br/>
            <a:r>
              <a:t>// ✅ GOOD - Stable selectors</a:t>
            </a:r>
            <a:br/>
            <a:r>
              <a:t>await page.click('[data-testid="submit-button"]');</a:t>
            </a:r>
            <a:br/>
            <a:r>
              <a:t>await page.fill('#email-input', 'test@example.com');</a:t>
            </a:r>
            <a:br/>
            <a:br/>
            <a:r>
              <a:t>// ✅ BETTER - Semantic selectors</a:t>
            </a:r>
            <a:br/>
            <a:r>
              <a:t>await page.getByRole('button', { name: 'Submit' }).click();</a:t>
            </a:r>
            <a:br/>
            <a:r>
              <a:t>await page.getByLabel('Email').fill('test@example.com');</a:t>
            </a:r>
            <a:br/>
            <a:br/>
            <a:r>
              <a:t>// ✅ BEST - Combine strategies</a:t>
            </a:r>
            <a:br/>
            <a:r>
              <a:t>await page.getByTestId('login-form')</a:t>
            </a:r>
            <a:br/>
            <a:r>
              <a:t>  .getByRole('button', { name: 'Submit' })</a:t>
            </a:r>
            <a:br/>
            <a:r>
              <a:t>  .click();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5. Avoid Race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Promise.all for parallel actions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Wait for navigation properly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Handle multiple simultaneous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Race condition</a:t>
            </a:r>
            <a:br/>
            <a:r>
              <a:t>await page.click('a[href="/dashboard"]');</a:t>
            </a:r>
            <a:br/>
            <a:r>
              <a:t>await expect(page).toHaveURL('/dashboard');</a:t>
            </a:r>
            <a:br/>
            <a:br/>
            <a:r>
              <a:t>// ✅ GOOD - Wait for navigation</a:t>
            </a:r>
            <a:br/>
            <a:r>
              <a:t>await Promise.all([</a:t>
            </a:r>
            <a:br/>
            <a:r>
              <a:t>  page.waitForNavigation(),</a:t>
            </a:r>
            <a:br/>
            <a:r>
              <a:t>  page.click('a[href="/dashboard"]')</a:t>
            </a:r>
            <a:br/>
            <a:r>
              <a:t>]);</a:t>
            </a:r>
            <a:br/>
            <a:br/>
            <a:r>
              <a:t>// ✅ BETTER - Use waitForURL</a:t>
            </a:r>
            <a:br/>
            <a:r>
              <a:t>await page.click('a[href="/dashboard"]');</a:t>
            </a:r>
            <a:br/>
            <a:r>
              <a:t>await page.waitForURL('**/dashboard');</a:t>
            </a:r>
            <a:br/>
            <a:br/>
            <a:r>
              <a:t>// ✅ BEST - Multiple parallel operations</a:t>
            </a:r>
            <a:br/>
            <a:r>
              <a:t>await Promise.all([</a:t>
            </a:r>
            <a:br/>
            <a:r>
              <a:t>  page.waitForResponse('**/api/user'),</a:t>
            </a:r>
            <a:br/>
            <a:r>
              <a:t>  page.waitForSelector('.user-profile'),</a:t>
            </a:r>
            <a:br/>
            <a:r>
              <a:t>  page.click('.profile-button')</a:t>
            </a:r>
            <a:br/>
            <a:r>
              <a:t>]);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6. Isolate Tests Properly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Each test should be independent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Clean up state before/after tests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Don't rely on execution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Tests depend on each other</a:t>
            </a:r>
            <a:br/>
            <a:r>
              <a:t>test('create user', async ({ page }) =&gt; {</a:t>
            </a:r>
            <a:br/>
            <a:r>
              <a:t>  await createUser('test@example.com');</a:t>
            </a:r>
            <a:br/>
            <a:r>
              <a:t>});</a:t>
            </a:r>
            <a:br/>
            <a:r>
              <a:t>test('login user', async ({ page }) =&gt; {</a:t>
            </a:r>
            <a:br/>
            <a:r>
              <a:t>  await login('test@example.com'); // Depends on previous test</a:t>
            </a:r>
            <a:br/>
            <a:r>
              <a:t>});</a:t>
            </a:r>
            <a:br/>
            <a:br/>
            <a:r>
              <a:t>// ✅ GOOD - Independent tests</a:t>
            </a:r>
            <a:br/>
            <a:r>
              <a:t>test('login user', async ({ page }) =&gt; {</a:t>
            </a:r>
            <a:br/>
            <a:r>
              <a:t>  await createUser('test@example.com'); // Setup in same test</a:t>
            </a:r>
            <a:br/>
            <a:r>
              <a:t>  await login('test@example.com');</a:t>
            </a:r>
            <a:br/>
            <a:r>
              <a:t>});</a:t>
            </a:r>
            <a:br/>
            <a:br/>
            <a:r>
              <a:t>// ✅ BETTER - Use fixtures</a:t>
            </a:r>
            <a:br/>
            <a:r>
              <a:t>test.beforeEach(async ({ page }) =&gt; {</a:t>
            </a:r>
            <a:br/>
            <a:r>
              <a:t>  await createUser('test@example.com');</a:t>
            </a:r>
            <a:br/>
            <a:r>
              <a:t>});</a:t>
            </a:r>
            <a:br/>
            <a:r>
              <a:t>test('login user', async ({ page }) =&gt; {</a:t>
            </a:r>
            <a:br/>
            <a:r>
              <a:t>  await login('test@example.com');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7. Handle Timeouts Appropriately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Set appropriate timeouts for slow operations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different timeouts for different scenarios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Increase timeout for specific slow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Global long timeout</a:t>
            </a:r>
            <a:br/>
            <a:r>
              <a:t>test.setTimeout(300000); // 5 minutes for everything</a:t>
            </a:r>
            <a:br/>
            <a:br/>
            <a:r>
              <a:t>// ✅ GOOD - Specific timeout for slow operation</a:t>
            </a:r>
            <a:br/>
            <a:r>
              <a:t>test('slow operation', async ({ page }) =&gt; {</a:t>
            </a:r>
            <a:br/>
            <a:r>
              <a:t>  await page.goto('https://example.com');</a:t>
            </a:r>
            <a:br/>
            <a:r>
              <a:t>  </a:t>
            </a:r>
            <a:br/>
            <a:r>
              <a:t>  // Only increase timeout for slow operation</a:t>
            </a:r>
            <a:br/>
            <a:r>
              <a:t>  await page.locator('.load-button').click();</a:t>
            </a:r>
            <a:br/>
            <a:r>
              <a:t>  await page.locator('.results', { timeout: 30000 }).waitFor();</a:t>
            </a:r>
            <a:br/>
            <a:r>
              <a:t>  </a:t>
            </a:r>
            <a:br/>
            <a:r>
              <a:t>  // Rest uses default timeout</a:t>
            </a:r>
            <a:br/>
            <a:r>
              <a:t>  await expect(page.locator('.results')).toBeVisible();</a:t>
            </a:r>
            <a:br/>
            <a:r>
              <a:t>});</a:t>
            </a:r>
            <a:br/>
            <a:br/>
            <a:r>
              <a:t>// ✅ BETTER - Set timeout per action</a:t>
            </a:r>
            <a:br/>
            <a:r>
              <a:t>await page.goto('https://example.com', { timeout: 60000 });</a:t>
            </a:r>
            <a:br/>
            <a:r>
              <a:t>await expect(page.locator('.header')).toBeVisible({ timeout: 5000 });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8. Retry Assertions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expect() with auto-retry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Don't use non-retrying assertions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Let Playwright handle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Non-retrying assertion</a:t>
            </a:r>
            <a:br/>
            <a:r>
              <a:t>const text = await page.locator('.status').textContent();</a:t>
            </a:r>
            <a:br/>
            <a:r>
              <a:t>expect(text).toBe('Complete'); // Fails immediately if not ready</a:t>
            </a:r>
            <a:br/>
            <a:br/>
            <a:r>
              <a:t>// ✅ GOOD - Auto-retrying assertion</a:t>
            </a:r>
            <a:br/>
            <a:r>
              <a:t>await expect(page.locator('.status')).toHaveText('Complete');</a:t>
            </a:r>
            <a:br/>
            <a:br/>
            <a:r>
              <a:t>// ✅ BETTER - Custom timeout</a:t>
            </a:r>
            <a:br/>
            <a:r>
              <a:t>await expect(page.locator('.status'))</a:t>
            </a:r>
            <a:br/>
            <a:r>
              <a:t>  .toHaveText('Complete', { timeout: 10000 });</a:t>
            </a:r>
            <a:br/>
            <a:br/>
            <a:r>
              <a:t>// ✅ BEST - Multiple conditions</a:t>
            </a:r>
            <a:br/>
            <a:r>
              <a:t>await expect(page.locator('.status')).toHaveText('Complete');</a:t>
            </a:r>
            <a:br/>
            <a:r>
              <a:t>await expect(page.locator('.status')).toHaveClass(/success/);</a:t>
            </a:r>
            <a:br/>
            <a:r>
              <a:t>await expect(page.locator('.icon')).toBeVisible();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9. Clean Test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Reset database/state before tests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Remove test artifacts after execution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unique identifiers to avoid conflicts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Reusing same data</a:t>
            </a:r>
            <a:br/>
            <a:r>
              <a:t>test('create product', async ({ page }) =&gt; {</a:t>
            </a:r>
            <a:br/>
            <a:r>
              <a:t>  await createProduct('Test Product'); // Fails if exists</a:t>
            </a:r>
            <a:br/>
            <a:r>
              <a:t>});</a:t>
            </a:r>
            <a:br/>
            <a:br/>
            <a:r>
              <a:t>// ✅ GOOD - Cleanup and unique data</a:t>
            </a:r>
            <a:br/>
            <a:r>
              <a:t>test('create product', async ({ page }) =&gt; {</a:t>
            </a:r>
            <a:br/>
            <a:r>
              <a:t>  const productName = `Product-${Date.now()}`;</a:t>
            </a:r>
            <a:br/>
            <a:r>
              <a:t>  await createProduct(productName);</a:t>
            </a:r>
            <a:br/>
            <a:r>
              <a:t>  // Test logic</a:t>
            </a:r>
            <a:br/>
            <a:r>
              <a:t>  await deleteProduct(productName); // Cleanup</a:t>
            </a:r>
            <a:br/>
            <a:r>
              <a:t>});</a:t>
            </a:r>
            <a:br/>
            <a:br/>
            <a:r>
              <a:t>// ✅ BETTER - Use test fixtures</a:t>
            </a:r>
            <a:br/>
            <a:r>
              <a:t>test.beforeEach(async ({ page }) =&gt; {</a:t>
            </a:r>
            <a:br/>
            <a:r>
              <a:t>  await cleanDatabase();</a:t>
            </a:r>
            <a:br/>
            <a:r>
              <a:t>});</a:t>
            </a:r>
            <a:br/>
            <a:r>
              <a:t>test.afterEach(async ({ page }) =&gt; {</a:t>
            </a:r>
            <a:br/>
            <a:r>
              <a:t>  await cleanDatabase();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10. Stabilize with Storage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Save authentication state to avoid repeated logins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Reuse session across tests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Dramatically speeds up tests and reduces flakiness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Login in every test</a:t>
            </a:r>
            <a:br/>
            <a:r>
              <a:t>test('view profile', async ({ page }) =&gt; {</a:t>
            </a:r>
            <a:br/>
            <a:r>
              <a:t>  await login(page); // Slow and potentially flaky</a:t>
            </a:r>
            <a:br/>
            <a:r>
              <a:t>  await page.goto('/profile');</a:t>
            </a:r>
            <a:br/>
            <a:r>
              <a:t>});</a:t>
            </a:r>
            <a:br/>
            <a:br/>
            <a:r>
              <a:t>// ✅ GOOD - Save storage state</a:t>
            </a:r>
            <a:br/>
            <a:r>
              <a:t>test('login once', async ({ page }) =&gt; {</a:t>
            </a:r>
            <a:br/>
            <a:r>
              <a:t>  await login(page);</a:t>
            </a:r>
            <a:br/>
            <a:r>
              <a:t>  await page.context().storageState({ path: 'auth.json' });</a:t>
            </a:r>
            <a:br/>
            <a:r>
              <a:t>});</a:t>
            </a:r>
            <a:br/>
            <a:br/>
            <a:r>
              <a:t>// ✅ BETTER - Reuse state</a:t>
            </a:r>
            <a:br/>
            <a:r>
              <a:t>test.use({ storageState: 'auth.json' });</a:t>
            </a:r>
            <a:br/>
            <a:r>
              <a:t>test('view profile', async ({ page }) =&gt; {</a:t>
            </a:r>
            <a:br/>
            <a:r>
              <a:t>  await page.goto('/profile'); // Already logged in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11. Handle Flaky Network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Retry failed requests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Mock unreliable third-party services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network conditions properly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Rely on external service</a:t>
            </a:r>
            <a:br/>
            <a:r>
              <a:t>test('weather widget', async ({ page }) =&gt; {</a:t>
            </a:r>
            <a:br/>
            <a:r>
              <a:t>  await page.goto('https://example.com');</a:t>
            </a:r>
            <a:br/>
            <a:r>
              <a:t>  // Widget calls unreliable weather API</a:t>
            </a:r>
            <a:br/>
            <a:r>
              <a:t>  await expect(page.locator('.weather')).toBeVisible();</a:t>
            </a:r>
            <a:br/>
            <a:r>
              <a:t>});</a:t>
            </a:r>
            <a:br/>
            <a:br/>
            <a:r>
              <a:t>// ✅ GOOD - Mock external API</a:t>
            </a:r>
            <a:br/>
            <a:r>
              <a:t>test('weather widget', async ({ page }) =&gt; {</a:t>
            </a:r>
            <a:br/>
            <a:r>
              <a:t>  await page.route('**/api/weather', route =&gt; {</a:t>
            </a:r>
            <a:br/>
            <a:r>
              <a:t>    route.fulfill({</a:t>
            </a:r>
            <a:br/>
            <a:r>
              <a:t>      status: 200,</a:t>
            </a:r>
            <a:br/>
            <a:r>
              <a:t>      body: JSON.stringify({ temp: 72, condition: 'sunny' })</a:t>
            </a:r>
            <a:br/>
            <a:r>
              <a:t>    });</a:t>
            </a:r>
            <a:br/>
            <a:r>
              <a:t>  });</a:t>
            </a:r>
            <a:br/>
            <a:r>
              <a:t>  await page.goto('https://example.com');</a:t>
            </a:r>
            <a:br/>
            <a:r>
              <a:t>  await expect(page.locator('.weather')).toContainText('72');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12. Use Test Retries Strategically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Configure retries for truly flaky tests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Don't use retries as a band-aid for bad tests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Analyze why tests fail before adding retries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playwright.config.ts</a:t>
            </a:r>
            <a:br/>
            <a:r>
              <a:t>export default defineConfig({</a:t>
            </a:r>
            <a:br/>
            <a:r>
              <a:t>  retries: process.env.CI ? 2 : 0, // Retry in CI only</a:t>
            </a:r>
            <a:br/>
            <a:r>
              <a:t>});</a:t>
            </a:r>
            <a:br/>
            <a:br/>
            <a:r>
              <a:t>// ❌ BAD - Retry without investigating</a:t>
            </a:r>
            <a:br/>
            <a:r>
              <a:t>test('flaky test', async ({ page }) =&gt; {</a:t>
            </a:r>
            <a:br/>
            <a:r>
              <a:t>  // Bad selector, timing issues, etc.</a:t>
            </a:r>
            <a:br/>
            <a:r>
              <a:t>});</a:t>
            </a:r>
            <a:br/>
            <a:br/>
            <a:r>
              <a:t>// ✅ GOOD - Fix the test, then add safety retry</a:t>
            </a:r>
            <a:br/>
            <a:r>
              <a:t>test('stable test with retry', async ({ page }) =&gt; {</a:t>
            </a:r>
            <a:br/>
            <a:r>
              <a:t>  await page.goto('https://example.com');</a:t>
            </a:r>
            <a:br/>
            <a:r>
              <a:t>  await page.waitForLoadState('networkidle');</a:t>
            </a:r>
            <a:br/>
            <a:r>
              <a:t>  await expect(page.locator('.content')).toBeVisible();</a:t>
            </a:r>
            <a:br/>
            <a:r>
              <a:t>});</a:t>
            </a:r>
            <a:br/>
            <a:br/>
            <a:r>
              <a:t>// Per-file retries:</a:t>
            </a:r>
            <a:br/>
            <a:r>
              <a:t>test.describe.configure({ retries: 2 });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13. Wait for Animations to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Animations can cause flaky clicks and assertions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Wait for element to be stable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Disable animations in tests if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Click during animation</a:t>
            </a:r>
            <a:br/>
            <a:r>
              <a:t>await page.click('.animated-button');</a:t>
            </a:r>
            <a:br/>
            <a:br/>
            <a:r>
              <a:t>// ✅ GOOD - Wait for animation</a:t>
            </a:r>
            <a:br/>
            <a:r>
              <a:t>await page.locator('.animated-button').waitFor({ state: 'visible' });</a:t>
            </a:r>
            <a:br/>
            <a:r>
              <a:t>await page.waitForTimeout(500); // Wait for CSS animation</a:t>
            </a:r>
            <a:br/>
            <a:r>
              <a:t>await page.click('.animated-button');</a:t>
            </a:r>
            <a:br/>
            <a:br/>
            <a:r>
              <a:t>// ✅ BETTER - Disable animations globally</a:t>
            </a:r>
            <a:br/>
            <a:r>
              <a:t>test.use({</a:t>
            </a:r>
            <a:br/>
            <a:r>
              <a:t>  hasTouch: false,</a:t>
            </a:r>
            <a:br/>
            <a:r>
              <a:t>  javaScriptEnabled: true,</a:t>
            </a:r>
            <a:br/>
            <a:r>
              <a:t>  viewport: { width: 1280, height: 720 }</a:t>
            </a:r>
            <a:br/>
            <a:r>
              <a:t>});</a:t>
            </a:r>
            <a:br/>
            <a:br/>
            <a:r>
              <a:t>// In CSS or inject script:</a:t>
            </a:r>
            <a:br/>
            <a:r>
              <a:t>page.addInitScript(() =&gt; {</a:t>
            </a:r>
            <a:br/>
            <a:r>
              <a:t>  document.documentElement.style.animation = 'none !important';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14. Handle Date/Time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Mock system time for consistent results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Avoid tests that depend on current date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Playwright's clock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Depends on current time</a:t>
            </a:r>
            <a:br/>
            <a:r>
              <a:t>test('show current date', async ({ page }) =&gt; {</a:t>
            </a:r>
            <a:br/>
            <a:r>
              <a:t>  await page.goto('https://example.com');</a:t>
            </a:r>
            <a:br/>
            <a:r>
              <a:t>  const today = new Date().toLocaleDateString();</a:t>
            </a:r>
            <a:br/>
            <a:r>
              <a:t>  await expect(page.locator('.date')).toHaveText(today);</a:t>
            </a:r>
            <a:br/>
            <a:r>
              <a:t>});</a:t>
            </a:r>
            <a:br/>
            <a:br/>
            <a:r>
              <a:t>// ✅ GOOD - Mock time</a:t>
            </a:r>
            <a:br/>
            <a:r>
              <a:t>test('show current date', async ({ page }) =&gt; {</a:t>
            </a:r>
            <a:br/>
            <a:r>
              <a:t>  const mockDate = new Date('2024-01-15T10:00:00Z');</a:t>
            </a:r>
            <a:br/>
            <a:r>
              <a:t>  await page.clock.setFixedTime(mockDate);</a:t>
            </a:r>
            <a:br/>
            <a:r>
              <a:t>  </a:t>
            </a:r>
            <a:br/>
            <a:r>
              <a:t>  await page.goto('https://example.com');</a:t>
            </a:r>
            <a:br/>
            <a:r>
              <a:t>  await expect(page.locator('.date')).toHaveText('1/15/2024');</a:t>
            </a:r>
            <a:br/>
            <a:r>
              <a:t>});</a:t>
            </a:r>
            <a:br/>
            <a:br/>
            <a:r>
              <a:t>// ✅ BETTER - Fast-forward time</a:t>
            </a:r>
            <a:br/>
            <a:r>
              <a:t>await page.clock.fastForward(1000); // Skip 1 second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15. Parallel Test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Ensure tests don't interfere when run in parallel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Use unique ports, files, or database schemas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Leverage Playwright's worker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0"/>
          </a:xfrm>
          <a:prstGeom prst="rect">
            <a:avLst/>
          </a:prstGeom>
          <a:solidFill>
            <a:srgbClr val="E2E8F0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Courier New"/>
              </a:defRPr>
            </a:pPr>
            <a:r>
              <a:t>// ❌ BAD - Tests share state</a:t>
            </a:r>
            <a:br/>
            <a:r>
              <a:t>test('test 1', async ({ page }) =&gt; {</a:t>
            </a:r>
            <a:br/>
            <a:r>
              <a:t>  await writeFile('test.txt', 'data1');</a:t>
            </a:r>
            <a:br/>
            <a:r>
              <a:t>});</a:t>
            </a:r>
            <a:br/>
            <a:r>
              <a:t>test('test 2', async ({ page }) =&gt; {</a:t>
            </a:r>
            <a:br/>
            <a:r>
              <a:t>  await readFile('test.txt'); // May read wrong data</a:t>
            </a:r>
            <a:br/>
            <a:r>
              <a:t>});</a:t>
            </a:r>
            <a:br/>
            <a:br/>
            <a:r>
              <a:t>// ✅ GOOD - Unique resources</a:t>
            </a:r>
            <a:br/>
            <a:r>
              <a:t>test('test 1', async ({ page }, testInfo) =&gt; {</a:t>
            </a:r>
            <a:br/>
            <a:r>
              <a:t>  const file = `test-${testInfo.workerIndex}.txt`;</a:t>
            </a:r>
            <a:br/>
            <a:r>
              <a:t>  await writeFile(file, 'data1');</a:t>
            </a:r>
            <a:br/>
            <a:r>
              <a:t>});</a:t>
            </a:r>
            <a:br/>
            <a:br/>
            <a:r>
              <a:t>// ✅ BETTER - Use worker index for isolation</a:t>
            </a:r>
            <a:br/>
            <a:r>
              <a:t>test.use({</a:t>
            </a:r>
            <a:br/>
            <a:r>
              <a:t>  baseURL: `http://localhost:${3000 + testInfo.workerIndex}`</a:t>
            </a:r>
            <a:br/>
            <a:r>
              <a:t>});</a:t>
            </a:r>
            <a:br/>
            <a:br/>
            <a:r>
              <a:t>// Config: workers: 4 (runs tests in isolated workers)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