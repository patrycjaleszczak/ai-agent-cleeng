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Playwright Reporting, Debugging &amp; Stability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Instructor-led QA automation session | Duration: 1.5h</a:t>
            </a:r>
          </a:p>
          <a:p>
            <a:pPr/>
            <a:r>
              <a:t>Focus: built-in &amp; external reporting, results analysis, debugging and flake resilience</a:t>
            </a:r>
          </a:p>
          <a:p>
            <a:pPr/>
            <a:r>
              <a:t>Hands-on examples using Playwright Test runners and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&amp;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0-10 min: Workshop goals, tooling expectations, project setup</a:t>
            </a:r>
          </a:p>
          <a:p>
            <a:pPr/>
            <a:r>
              <a:t>10-35 min: Playwright reporters deep dive + hands-on configuration</a:t>
            </a:r>
          </a:p>
          <a:p>
            <a:pPr/>
            <a:r>
              <a:t>35-65 min: Results analysis + debugging techniques (VS Code, CLI, logs)</a:t>
            </a:r>
          </a:p>
          <a:p>
            <a:pPr/>
            <a:r>
              <a:t>65-85 min: Stability patterns and flaky-test triage playbook</a:t>
            </a:r>
          </a:p>
          <a:p>
            <a:pPr/>
            <a:r>
              <a:t>85-90 min: Q&amp;A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appropriate Playwright reporters for projects and CI pipelines</a:t>
            </a:r>
          </a:p>
          <a:p>
            <a:pPr/>
            <a:r>
              <a:t>Customize HTML, JSON, JUnit outputs and integrate trace artifacts</a:t>
            </a:r>
          </a:p>
          <a:p>
            <a:pPr/>
            <a:r>
              <a:t>Debug efficiently with VS Code, terminal logs, and saved artifacts</a:t>
            </a:r>
          </a:p>
          <a:p>
            <a:pPr/>
            <a:r>
              <a:t>Apply 15 proven tactics to stabilize flaky UI and API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Playwright Reporter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Configure via playwright.config.(ts|js) reporter array or CLI overrides</a:t>
            </a:r>
          </a:p>
          <a:p>
            <a:pPr/>
            <a:r>
              <a:t>Built-ins: list, dot, line, html, json, junit, blob, github</a:t>
            </a:r>
          </a:p>
          <a:p>
            <a:pPr/>
            <a:r>
              <a:t>Per-run override example: npx playwright test --reporter=line</a:t>
            </a:r>
          </a:p>
          <a:p>
            <a:pPr/>
            <a:r>
              <a:t>Mix reporters e.g. reporter: [['list'], ['html', { open: 'never' }], ['junit', { outputFile: 'reports/junit.xml' }]]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Customizing HTML &amp; Trace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 HTML: npx playwright test &amp;&amp; npx playwright show-report</a:t>
            </a:r>
          </a:p>
          <a:p>
            <a:pPr/>
            <a:r>
              <a:t>Config example: reporter: [['html', { open: 'never', outputFolder: 'reports/html' }]]</a:t>
            </a:r>
          </a:p>
          <a:p>
            <a:pPr/>
            <a:r>
              <a:t>Enable trace for debugging: use: { trace: 'retain-on-failure', screenshot: 'only-on-failure' }</a:t>
            </a:r>
          </a:p>
          <a:p>
            <a:pPr/>
            <a:r>
              <a:t>Open trace viewer: npx playwright show-trace trace.zip (share in retrospectives)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Machine-Readable Outputs &amp;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reporter for analytics dashboards: reporter: [['json', { outputFile: 'reports/report.json' }]]</a:t>
            </a:r>
          </a:p>
          <a:p>
            <a:pPr/>
            <a:r>
              <a:t>JUnit/XML for Jenkins, Azure, GitLab: [['junit', { outputFile: 'reports/results.xml', embedAnnotationsAsProperties: true }]]</a:t>
            </a:r>
          </a:p>
          <a:p>
            <a:pPr/>
            <a:r>
              <a:t>Store artifacts per run: npx playwright test --output reports/test-output</a:t>
            </a:r>
          </a:p>
          <a:p>
            <a:pPr/>
            <a:r>
              <a:t>Upload html/trace/video artifacts as CI build attachments for asynchronous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Reporters (Free/Open)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allure-playwright → Allure UI, steps, attachments; run npx allure generate reports/allure</a:t>
            </a:r>
          </a:p>
          <a:p>
            <a:pPr/>
            <a:r>
              <a:t>playwright-ctrf-json → Cloud Testing Result Format (CTR) for Azure DevOps dashboards</a:t>
            </a:r>
          </a:p>
          <a:p>
            <a:pPr/>
            <a:r>
              <a:t>playwright-qase-reporter → push runs to Qase test management with API tokens</a:t>
            </a:r>
          </a:p>
          <a:p>
            <a:pPr/>
            <a:r>
              <a:t>Integration pattern: npm install reporter &amp;&amp; add ['reporter-name', { options }] into config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Reporters (Paid/SaaS)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ReportPortal.io (open-core) → trending, flake analytics, launches &amp; widgets</a:t>
            </a:r>
          </a:p>
          <a:p>
            <a:pPr/>
            <a:r>
              <a:t>Qase TestOps → syncs suites, auto-links bugs; add reporter with runComplete hook</a:t>
            </a:r>
          </a:p>
          <a:p>
            <a:pPr/>
            <a:r>
              <a:t>Testomat.io &amp; Zebrunner → real-time dashboards, requirements coverage, AI flake detection</a:t>
            </a:r>
          </a:p>
          <a:p>
            <a:pPr/>
            <a:r>
              <a:t>Secure secrets via env vars (e.g. QASE_API_TOKEN) and configure per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Hands-On: Reporter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Exercise: fork sample repo, add html + junit + json reporters</a:t>
            </a:r>
          </a:p>
          <a:p>
            <a:pPr/>
            <a:r>
              <a:t>Add playwright.config: reporter: [['list'], ['html', { host: '0.0.0.0' }], ['json', { outputFile: 'reports/run.json' }]]</a:t>
            </a:r>
          </a:p>
          <a:p>
            <a:pPr/>
            <a:r>
              <a:t>Run locally and in CI, compare artifact footprint and run duration</a:t>
            </a:r>
          </a:p>
          <a:p>
            <a:pPr/>
            <a:r>
              <a:t>Discuss when to enable heavy traces vs lean text-only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VS Code Debugging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Playwright Test extension → Run/Debug code lenses inside specs</a:t>
            </a:r>
          </a:p>
          <a:p>
            <a:pPr/>
            <a:r>
              <a:t>launch.json snippet: program: node_modules/@playwright/test/lib/cli.js, args: ['test', '--project=chromium']</a:t>
            </a:r>
          </a:p>
          <a:p>
            <a:pPr/>
            <a:r>
              <a:t>Set breakpoints, inspect locators with Debug Console (await page.url())</a:t>
            </a:r>
          </a:p>
          <a:p>
            <a:pPr/>
            <a:r>
              <a:t>Use VS Code Call Stack + Variables to inspect fixtures and testInfo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&amp; Inspector Debugging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PWDEBUG=1 npx playwright test → pause on first statement with inspector</a:t>
            </a:r>
          </a:p>
          <a:p>
            <a:pPr/>
            <a:r>
              <a:t>PWDEBUG=console for headful runs without auto-pause</a:t>
            </a:r>
          </a:p>
          <a:p>
            <a:pPr/>
            <a:r>
              <a:t>DEBUG=pw:api npx playwright test --project=chromium for low-level protocol logs</a:t>
            </a:r>
          </a:p>
          <a:p>
            <a:pPr/>
            <a:r>
              <a:t>npx playwright test --ui for time-travel test runner and selective reruns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Redirect terminal output: npx playwright test &gt; logs/run.log 2&gt;&amp;1</a:t>
            </a:r>
          </a:p>
          <a:p>
            <a:pPr/>
            <a:r>
              <a:t>Programmatic logging (API test): await fs.promises.appendFile('logs/api.log', f"{new Date().toISOString()} {responseText}")</a:t>
            </a:r>
          </a:p>
          <a:p>
            <a:pPr/>
            <a:r>
              <a:t>Use testInfo.attachments to persist request/response bodies per step</a:t>
            </a:r>
          </a:p>
          <a:p>
            <a:pPr/>
            <a:r>
              <a:t>Capture console + network noise: page.on('console', msg =&gt; console.log(msg.text()))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Screenshots/video: use: { video: 'retain-on-failure', screenshot: 'only-on-failure' }</a:t>
            </a:r>
          </a:p>
          <a:p>
            <a:pPr/>
            <a:r>
              <a:t>Network mocking &amp; HAR: await context.tracing.start({ screenshots: true, snapshots: true })</a:t>
            </a:r>
          </a:p>
          <a:p>
            <a:pPr/>
            <a:r>
              <a:t>Storage state fixtures for deterministic auth flows</a:t>
            </a:r>
          </a:p>
          <a:p>
            <a:pPr/>
            <a:r>
              <a:t>Share trace.zip + html report for async debugging reviews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Stability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Deterministic data: isolate fixtures, reset DB or mock APIs for clean state</a:t>
            </a:r>
          </a:p>
          <a:p>
            <a:pPr/>
            <a:r>
              <a:t>Await locators (web-first assertions) instead of raw waitForTimeout</a:t>
            </a:r>
          </a:p>
          <a:p>
            <a:pPr/>
            <a:r>
              <a:t>Break long specs into focused tests to reduce cascading failures</a:t>
            </a:r>
          </a:p>
          <a:p>
            <a:pPr/>
            <a:r>
              <a:t>Idempotent setup/teardown via test.beforeEach + test.afterEach</a:t>
            </a:r>
          </a:p>
          <a:p>
            <a:pPr/>
            <a:r>
              <a:t>Network request stubbing to remove flaky third-party dependencies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Stability Enhancers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animations: disable via feature flags or inject styles (* { transition: none })</a:t>
            </a:r>
          </a:p>
          <a:p>
            <a:pPr/>
            <a:r>
              <a:t>Thoughtful retries: retries: process.env.CI ? 2 : 0 plus failSlow to keep insights</a:t>
            </a:r>
          </a:p>
          <a:p>
            <a:pPr/>
            <a:r>
              <a:t>Tune parallelism/workers to match CI resources and avoid CPU starvation</a:t>
            </a:r>
          </a:p>
          <a:p>
            <a:pPr/>
            <a:r>
              <a:t>Cross-browser coverage (chromium, firefox, webkit) to catch env-specific issues</a:t>
            </a:r>
          </a:p>
          <a:p>
            <a:pPr/>
            <a:r>
              <a:t>Record console/page errors and fail fast when unexpected exceptions appear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Flaky Test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fixtures for auth/session reuse to avoid race conditions</a:t>
            </a:r>
          </a:p>
          <a:p>
            <a:pPr/>
            <a:r>
              <a:t>Control feature flags/env vars explicitly inside tests</a:t>
            </a:r>
          </a:p>
          <a:p>
            <a:pPr/>
            <a:r>
              <a:t>Monitor test durations (testInfo.duration) and refactor slow hotspots</a:t>
            </a:r>
          </a:p>
          <a:p>
            <a:pPr/>
            <a:r>
              <a:t>Rerun suspect specs locally: npx playwright test path --repeat-each=5 --headed</a:t>
            </a:r>
          </a:p>
          <a:p>
            <a:pPr/>
            <a:r>
              <a:t>Never skip flaky tests; quarantine via tag and fix root cause before merging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Flake Remediation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trace + logs to confirm selector, network, or timing origin</a:t>
            </a:r>
          </a:p>
          <a:p>
            <a:pPr/>
            <a:r>
              <a:t>Replace brittle CSS selectors with role/text/aria locators</a:t>
            </a:r>
          </a:p>
          <a:p>
            <a:pPr/>
            <a:r>
              <a:t>Stabilize API dependencies via page.route mocks or contract tests</a:t>
            </a:r>
          </a:p>
          <a:p>
            <a:pPr/>
            <a:r>
              <a:t>Document fix in test README and add regression assertions</a:t>
            </a:r>
          </a:p>
          <a:p>
            <a:pPr/>
            <a:r>
              <a:t>Automate flake tracking via Allure/ReportPortal to spot recurring offenders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Checklist: reporters configured, debug workflows rehearsed, stability guardrails active</a:t>
            </a:r>
          </a:p>
          <a:p>
            <a:pPr/>
            <a:r>
              <a:t>Assign follow-up: add preferred reporter to team repo + create debug guide</a:t>
            </a:r>
          </a:p>
          <a:p>
            <a:pPr/>
            <a:r>
              <a:t>Encourage sharing trace bundles during code reviews and postmortems</a:t>
            </a:r>
          </a:p>
          <a:p>
            <a:pPr/>
            <a:r>
              <a:t>Resources: Playwright docs, VS Code extension guide, Allure &amp; ReportPortal setup articles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