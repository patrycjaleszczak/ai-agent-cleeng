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basic GET request with response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POST request with payload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authenticated API requests with headers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PUT and PATCH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query parameters and response headers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DELETE operations and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 API response mocking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error handling with mocked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loading states and timeouts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mocking based on request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and replay API calls using HAR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Intercepting and modifying real API 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up a new Playwright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project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Playwright configuration for API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Reusable API helper for common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fixtures for setup and teardown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Object for user interactions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test using all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 realistic test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Various ways to execute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Combining API tests, mocks, and UI in real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Testing and Mocking in Playwright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Workshop</a:t>
            </a:r>
          </a:p>
          <a:p>
            <a:r>
              <a:t>Duration: 1.5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Part 1: Theory - Why, What, and How (15 min)</a:t>
            </a:r>
          </a:p>
          <a:p>
            <a:pPr>
              <a:defRPr sz="1800"/>
            </a:pPr>
            <a:r>
              <a:t>Part 2: API Testing with Real Examples (30 min)</a:t>
            </a:r>
          </a:p>
          <a:p>
            <a:pPr>
              <a:defRPr sz="1800"/>
            </a:pPr>
            <a:r>
              <a:t>Part 3: API Mocking Examples (25 min)</a:t>
            </a:r>
          </a:p>
          <a:p>
            <a:pPr>
              <a:defRPr sz="1800"/>
            </a:pPr>
            <a:r>
              <a:t>Part 4: Project Setup - Step by Step (15 min)</a:t>
            </a:r>
          </a:p>
          <a:p>
            <a:pPr>
              <a:defRPr sz="1800"/>
            </a:pPr>
            <a:r>
              <a:t>Part 5: Q&amp;A and Best Practices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🚀 Faster execution - No UI rendering overhead</a:t>
            </a:r>
          </a:p>
          <a:p>
            <a:pPr>
              <a:defRPr sz="1800"/>
            </a:pPr>
            <a:r>
              <a:t>💪 More stable - No flaky UI interactions</a:t>
            </a:r>
          </a:p>
          <a:p>
            <a:pPr>
              <a:defRPr sz="1800"/>
            </a:pPr>
            <a:r>
              <a:t>🎯 Direct testing - Test business logic directly</a:t>
            </a:r>
          </a:p>
          <a:p>
            <a:pPr>
              <a:defRPr sz="1800"/>
            </a:pPr>
            <a:r>
              <a:t>🔄 Early feedback - Test before UI is ready</a:t>
            </a:r>
          </a:p>
          <a:p>
            <a:pPr>
              <a:defRPr sz="1800"/>
            </a:pPr>
            <a:r>
              <a:t>📊 Better coverage - Test edge cases easily</a:t>
            </a:r>
          </a:p>
          <a:p>
            <a:pPr>
              <a:defRPr sz="1800"/>
            </a:pPr>
            <a:r>
              <a:t>💰 Cost-effective - Catches bugs earlier in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API Testing in Playwright?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Built-in APIRequestContext for HTTP requests</a:t>
            </a:r>
          </a:p>
          <a:p>
            <a:pPr>
              <a:defRPr sz="1800"/>
            </a:pPr>
            <a:r>
              <a:t>Supports all HTTP methods (GET, POST, PUT, DELETE, PATCH)</a:t>
            </a:r>
          </a:p>
          <a:p>
            <a:pPr>
              <a:defRPr sz="1800"/>
            </a:pPr>
            <a:r>
              <a:t>Automatic cookie and authentication handling</a:t>
            </a:r>
          </a:p>
          <a:p>
            <a:pPr>
              <a:defRPr sz="1800"/>
            </a:pPr>
            <a:r>
              <a:t>Request/Response interception capabilities</a:t>
            </a:r>
          </a:p>
          <a:p>
            <a:pPr>
              <a:defRPr sz="1800"/>
            </a:pPr>
            <a:r>
              <a:t>Can be used standalone or with browser tests</a:t>
            </a:r>
          </a:p>
          <a:p>
            <a:pPr>
              <a:defRPr sz="1800"/>
            </a:pPr>
            <a:r>
              <a:t>Full TypeScript/JavaScript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It Work? - Basic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// Using playwright.request</a:t>
            </a:r>
            <a:br/>
            <a:r>
              <a:t>const request = await playwright.request.newContext();</a:t>
            </a:r>
            <a:br/>
            <a:r>
              <a:t>const response = await request.get('https://api.example.com/data');</a:t>
            </a:r>
            <a:br/>
            <a:br/>
            <a:r>
              <a:t>// Using page.request (shares cookies with browser)</a:t>
            </a:r>
            <a:br/>
            <a:r>
              <a:t>await page.goto('https://example.com');</a:t>
            </a:r>
            <a:br/>
            <a:r>
              <a:t>const apiResponse = await page.request.get('/api/user');</a:t>
            </a:r>
            <a:br/>
            <a:br/>
            <a:r>
              <a:t>// Using fixtures (recommended)</a:t>
            </a:r>
            <a:br/>
            <a:r>
              <a:t>test('my test', async ({ request }) =&gt; {</a:t>
            </a:r>
            <a:br/>
            <a:r>
              <a:t>  const response = await request.get('/api/endpoint');</a:t>
            </a:r>
            <a:br/>
            <a:r>
              <a:t>  expect(response.ok()).toBeTruthy();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Mock APIs?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⚡ Speed - No external dependencies</a:t>
            </a:r>
          </a:p>
          <a:p>
            <a:pPr>
              <a:defRPr sz="1800"/>
            </a:pPr>
            <a:r>
              <a:t>🎭 Control - Simulate any scenario (errors, edge cases)</a:t>
            </a:r>
          </a:p>
          <a:p>
            <a:pPr>
              <a:defRPr sz="1800"/>
            </a:pPr>
            <a:r>
              <a:t>🔒 Isolation - Test frontend without backend</a:t>
            </a:r>
          </a:p>
          <a:p>
            <a:pPr>
              <a:defRPr sz="1800"/>
            </a:pPr>
            <a:r>
              <a:t>💵 Cost - No third-party API charges</a:t>
            </a:r>
          </a:p>
          <a:p>
            <a:pPr>
              <a:defRPr sz="1800"/>
            </a:pPr>
            <a:r>
              <a:t>🧪 Testing - Consistent, reproducible tests</a:t>
            </a:r>
          </a:p>
          <a:p>
            <a:pPr>
              <a:defRPr sz="1800"/>
            </a:pPr>
            <a:r>
              <a:t>🌐 Offline - Work without internet connection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GET Request - JSONPlaceholder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test, expect } from '@playwright/test';</a:t>
            </a:r>
            <a:br/>
            <a:br/>
            <a:r>
              <a:t>test('fetch posts from JSONPlaceholder', async ({ request }) =&gt; {</a:t>
            </a:r>
            <a:br/>
            <a:r>
              <a:t>  const response = await request.get(</a:t>
            </a:r>
            <a:br/>
            <a:r>
              <a:t>    'https://jsonplaceholder.typicode.com/posts/1'</a:t>
            </a:r>
            <a:br/>
            <a:r>
              <a:t>  );</a:t>
            </a:r>
            <a:br/>
            <a:r>
              <a:t>  </a:t>
            </a:r>
            <a:br/>
            <a:r>
              <a:t>  expect(response.ok()).toBeTruthy();</a:t>
            </a:r>
            <a:br/>
            <a:r>
              <a:t>  expect(response.status()).toBe(200);</a:t>
            </a:r>
            <a:br/>
            <a:r>
              <a:t>  </a:t>
            </a:r>
            <a:br/>
            <a:r>
              <a:t>  const data = await response.json();</a:t>
            </a:r>
            <a:br/>
            <a:r>
              <a:t>  expect(data).toHaveProperty('userId');</a:t>
            </a:r>
            <a:br/>
            <a:r>
              <a:t>  expect(data).toHaveProperty('id', 1);</a:t>
            </a:r>
            <a:br/>
            <a:r>
              <a:t>  expect(data).toHaveProperty('title');</a:t>
            </a:r>
            <a:br/>
            <a:r>
              <a:t>  expect(data).toHaveProperty('body');</a:t>
            </a:r>
            <a:br/>
            <a:r>
              <a:t>  </a:t>
            </a:r>
            <a:br/>
            <a:r>
              <a:t>  console.log('Post Title:', data.title);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POST Request - Create New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test('create new post via API', async ({ request }) =&gt; {</a:t>
            </a:r>
            <a:br/>
            <a:r>
              <a:t>  const newPost = {</a:t>
            </a:r>
            <a:br/>
            <a:r>
              <a:t>    title: 'API Testing with Playwright',</a:t>
            </a:r>
            <a:br/>
            <a:r>
              <a:t>    body: 'This is a test post created via API',</a:t>
            </a:r>
            <a:br/>
            <a:r>
              <a:t>    userId: 1</a:t>
            </a:r>
            <a:br/>
            <a:r>
              <a:t>  };</a:t>
            </a:r>
            <a:br/>
            <a:r>
              <a:t>  </a:t>
            </a:r>
            <a:br/>
            <a:r>
              <a:t>  const response = await request.post(</a:t>
            </a:r>
            <a:br/>
            <a:r>
              <a:t>    'https://jsonplaceholder.typicode.com/posts',</a:t>
            </a:r>
            <a:br/>
            <a:r>
              <a:t>    { data: newPost }</a:t>
            </a:r>
            <a:br/>
            <a:r>
              <a:t>  );</a:t>
            </a:r>
            <a:br/>
            <a:r>
              <a:t>  </a:t>
            </a:r>
            <a:br/>
            <a:r>
              <a:t>  expect(response.ok()).toBeTruthy();</a:t>
            </a:r>
            <a:br/>
            <a:r>
              <a:t>  expect(response.status()).toBe(201);</a:t>
            </a:r>
            <a:br/>
            <a:r>
              <a:t>  </a:t>
            </a:r>
            <a:br/>
            <a:r>
              <a:t>  const createdPost = await response.json();</a:t>
            </a:r>
            <a:br/>
            <a:r>
              <a:t>  expect(createdPost.title).toBe(newPost.title);</a:t>
            </a:r>
            <a:br/>
            <a:r>
              <a:t>  expect(createdPost.userId).toBe(newPost.userId);</a:t>
            </a:r>
            <a:br/>
            <a:r>
              <a:t>  expect(createdPost).toHaveProperty('id');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API with Authentication -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test('GitHub API with authentication', async ({ playwright }) =&gt; {</a:t>
            </a:r>
            <a:br/>
            <a:r>
              <a:t>  const request = await playwright.request.newContext({</a:t>
            </a:r>
            <a:br/>
            <a:r>
              <a:t>    baseURL: 'https://api.github.com',</a:t>
            </a:r>
            <a:br/>
            <a:r>
              <a:t>    extraHTTPHeaders: {</a:t>
            </a:r>
            <a:br/>
            <a:r>
              <a:t>      'Authorization': 'token YOUR_GITHUB_TOKEN',</a:t>
            </a:r>
            <a:br/>
            <a:r>
              <a:t>      'Accept': 'application/vnd.github.v3+json'</a:t>
            </a:r>
            <a:br/>
            <a:r>
              <a:t>    }</a:t>
            </a:r>
            <a:br/>
            <a:r>
              <a:t>  });</a:t>
            </a:r>
            <a:br/>
            <a:r>
              <a:t>  </a:t>
            </a:r>
            <a:br/>
            <a:r>
              <a:t>  const response = await request.get('/user');</a:t>
            </a:r>
            <a:br/>
            <a:r>
              <a:t>  expect(response.ok()).toBeTruthy();</a:t>
            </a:r>
            <a:br/>
            <a:r>
              <a:t>  </a:t>
            </a:r>
            <a:br/>
            <a:r>
              <a:t>  const userData = await response.json();</a:t>
            </a:r>
            <a:br/>
            <a:r>
              <a:t>  expect(userData).toHaveProperty('login');</a:t>
            </a:r>
            <a:br/>
            <a:r>
              <a:t>  expect(userData).toHaveProperty('email');</a:t>
            </a:r>
            <a:br/>
            <a:r>
              <a:t>  </a:t>
            </a:r>
            <a:br/>
            <a:r>
              <a:t>  await request.dispose();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4: UPDATE Request - PUT/PATCH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test('update existing resource', async ({ request }) =&gt; {</a:t>
            </a:r>
            <a:br/>
            <a:r>
              <a:t>  const updateData = {</a:t>
            </a:r>
            <a:br/>
            <a:r>
              <a:t>    title: 'Updated Title',</a:t>
            </a:r>
            <a:br/>
            <a:r>
              <a:t>    body: 'Updated body content',</a:t>
            </a:r>
            <a:br/>
            <a:r>
              <a:t>    userId: 1</a:t>
            </a:r>
            <a:br/>
            <a:r>
              <a:t>  };</a:t>
            </a:r>
            <a:br/>
            <a:r>
              <a:t>  </a:t>
            </a:r>
            <a:br/>
            <a:r>
              <a:t>  // PUT - Full update</a:t>
            </a:r>
            <a:br/>
            <a:r>
              <a:t>  const putResponse = await request.put(</a:t>
            </a:r>
            <a:br/>
            <a:r>
              <a:t>    'https://jsonplaceholder.typicode.com/posts/1',</a:t>
            </a:r>
            <a:br/>
            <a:r>
              <a:t>    { data: updateData }</a:t>
            </a:r>
            <a:br/>
            <a:r>
              <a:t>  );</a:t>
            </a:r>
            <a:br/>
            <a:r>
              <a:t>  expect(putResponse.status()).toBe(200);</a:t>
            </a:r>
            <a:br/>
            <a:r>
              <a:t>  </a:t>
            </a:r>
            <a:br/>
            <a:r>
              <a:t>  // PATCH - Partial update</a:t>
            </a:r>
            <a:br/>
            <a:r>
              <a:t>  const patchResponse = await request.patch(</a:t>
            </a:r>
            <a:br/>
            <a:r>
              <a:t>    'https://jsonplaceholder.typicode.com/posts/1',</a:t>
            </a:r>
            <a:br/>
            <a:r>
              <a:t>    { data: { title: 'Only Title Updated' } }</a:t>
            </a:r>
            <a:br/>
            <a:r>
              <a:t>  );</a:t>
            </a:r>
            <a:br/>
            <a:r>
              <a:t>  expect(patchResponse.status()).toBe(200);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5: Query Parameters &amp; Response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test('API with query params and headers', async ({ request }) =&gt; {</a:t>
            </a:r>
            <a:br/>
            <a:r>
              <a:t>  const response = await request.get(</a:t>
            </a:r>
            <a:br/>
            <a:r>
              <a:t>    'https://jsonplaceholder.typicode.com/posts',</a:t>
            </a:r>
            <a:br/>
            <a:r>
              <a:t>    {</a:t>
            </a:r>
            <a:br/>
            <a:r>
              <a:t>      params: {</a:t>
            </a:r>
            <a:br/>
            <a:r>
              <a:t>        userId: '1',</a:t>
            </a:r>
            <a:br/>
            <a:r>
              <a:t>        _limit: '5'</a:t>
            </a:r>
            <a:br/>
            <a:r>
              <a:t>      },</a:t>
            </a:r>
            <a:br/>
            <a:r>
              <a:t>      headers: {</a:t>
            </a:r>
            <a:br/>
            <a:r>
              <a:t>        'Accept': 'application/json',</a:t>
            </a:r>
            <a:br/>
            <a:r>
              <a:t>        'Custom-Header': 'test-value'</a:t>
            </a:r>
            <a:br/>
            <a:r>
              <a:t>      }</a:t>
            </a:r>
            <a:br/>
            <a:r>
              <a:t>    }</a:t>
            </a:r>
            <a:br/>
            <a:r>
              <a:t>  );</a:t>
            </a:r>
            <a:br/>
            <a:r>
              <a:t>  </a:t>
            </a:r>
            <a:br/>
            <a:r>
              <a:t>  expect(response.ok()).toBeTruthy();</a:t>
            </a:r>
            <a:br/>
            <a:r>
              <a:t>  const posts = await response.json();</a:t>
            </a:r>
            <a:br/>
            <a:r>
              <a:t>  expect(posts).toHaveLength(5);</a:t>
            </a:r>
            <a:br/>
            <a:r>
              <a:t>  </a:t>
            </a:r>
            <a:br/>
            <a:r>
              <a:t>  // Validate response headers</a:t>
            </a:r>
            <a:br/>
            <a:r>
              <a:t>  const contentType = response.headers()['content-type'];</a:t>
            </a:r>
            <a:br/>
            <a:r>
              <a:t>  expect(contentType).toContain('application/json');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6: DELETE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test('delete resource via API', async ({ request }) =&gt; {</a:t>
            </a:r>
            <a:br/>
            <a:r>
              <a:t>  const response = await request.delete(</a:t>
            </a:r>
            <a:br/>
            <a:r>
              <a:t>    'https://jsonplaceholder.typicode.com/posts/1'</a:t>
            </a:r>
            <a:br/>
            <a:r>
              <a:t>  );</a:t>
            </a:r>
            <a:br/>
            <a:r>
              <a:t>  </a:t>
            </a:r>
            <a:br/>
            <a:r>
              <a:t>  expect(response.ok()).toBeTruthy();</a:t>
            </a:r>
            <a:br/>
            <a:r>
              <a:t>  expect(response.status()).toBe(200);</a:t>
            </a:r>
            <a:br/>
            <a:r>
              <a:t>  </a:t>
            </a:r>
            <a:br/>
            <a:r>
              <a:t>  // Verify deletion by trying to fetch</a:t>
            </a:r>
            <a:br/>
            <a:r>
              <a:t>  const getResponse = await request.get(</a:t>
            </a:r>
            <a:br/>
            <a:r>
              <a:t>    'https://jsonplaceholder.typicode.com/posts/1'</a:t>
            </a:r>
            <a:br/>
            <a:r>
              <a:t>  );</a:t>
            </a:r>
            <a:br/>
            <a:r>
              <a:t>  </a:t>
            </a:r>
            <a:br/>
            <a:r>
              <a:t>  // JSONPlaceholder returns 200 (it's a mock API)</a:t>
            </a:r>
            <a:br/>
            <a:r>
              <a:t>  // In real API, this might be 404</a:t>
            </a:r>
            <a:br/>
            <a:r>
              <a:t>  const data = await getResponse.json();</a:t>
            </a:r>
            <a:br/>
            <a:r>
              <a:t>  console.log('After deletion:', data);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Mocking in 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Route interception with page.route() or context.route()</a:t>
            </a:r>
          </a:p>
          <a:p>
            <a:pPr>
              <a:defRPr sz="1800"/>
            </a:pPr>
            <a:r>
              <a:t>Mock responses with custom data</a:t>
            </a:r>
          </a:p>
          <a:p>
            <a:pPr>
              <a:defRPr sz="1800"/>
            </a:pPr>
            <a:r>
              <a:t>Simulate network conditions (delays, errors)</a:t>
            </a:r>
          </a:p>
          <a:p>
            <a:pPr>
              <a:defRPr sz="1800"/>
            </a:pPr>
            <a:r>
              <a:t>Test offline scenarios</a:t>
            </a:r>
          </a:p>
          <a:p>
            <a:pPr>
              <a:defRPr sz="1800"/>
            </a:pPr>
            <a:r>
              <a:t>Modify requests and responses on the fly</a:t>
            </a:r>
          </a:p>
          <a:p>
            <a:pPr>
              <a:defRPr sz="1800"/>
            </a:pPr>
            <a:r>
              <a:t>No external dependencies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1: Basic API Mocking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test('mock API response', async ({ page }) =&gt; {</a:t>
            </a:r>
            <a:br/>
            <a:r>
              <a:t>  // Intercept API call and return mock data</a:t>
            </a:r>
            <a:br/>
            <a:r>
              <a:t>  await page.route('**/api/users', async (route) =&gt; {</a:t>
            </a:r>
            <a:br/>
            <a:r>
              <a:t>    await route.fulfill({</a:t>
            </a:r>
            <a:br/>
            <a:r>
              <a:t>      status: 200,</a:t>
            </a:r>
            <a:br/>
            <a:r>
              <a:t>      contentType: 'application/json',</a:t>
            </a:r>
            <a:br/>
            <a:r>
              <a:t>      body: JSON.stringify([</a:t>
            </a:r>
            <a:br/>
            <a:r>
              <a:t>        { id: 1, name: 'John Doe', email: 'john@test.com' },</a:t>
            </a:r>
            <a:br/>
            <a:r>
              <a:t>        { id: 2, name: 'Jane Smith', email: 'jane@test.com' }</a:t>
            </a:r>
            <a:br/>
            <a:r>
              <a:t>      ])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</a:t>
            </a:r>
            <a:br/>
            <a:r>
              <a:t>  // Your app will receive mocked data</a:t>
            </a:r>
            <a:br/>
            <a:r>
              <a:t>  const userCount = await page.locator('.user-item').count();</a:t>
            </a:r>
            <a:br/>
            <a:r>
              <a:t>  expect(userCount).toBe(2);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2: Simulate API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test('handle API error gracefully', async ({ page }) =&gt; {</a:t>
            </a:r>
            <a:br/>
            <a:r>
              <a:t>  // Simulate 500 Internal Server Error</a:t>
            </a:r>
            <a:br/>
            <a:r>
              <a:t>  await page.route('**/api/products', async (route) =&gt; {</a:t>
            </a:r>
            <a:br/>
            <a:r>
              <a:t>    await route.fulfill({</a:t>
            </a:r>
            <a:br/>
            <a:r>
              <a:t>      status: 500,</a:t>
            </a:r>
            <a:br/>
            <a:r>
              <a:t>      contentType: 'application/json',</a:t>
            </a:r>
            <a:br/>
            <a:r>
              <a:t>      body: JSON.stringify({</a:t>
            </a:r>
            <a:br/>
            <a:r>
              <a:t>        error: 'Internal Server Error',</a:t>
            </a:r>
            <a:br/>
            <a:r>
              <a:t>        message: 'Database connection failed'</a:t>
            </a:r>
            <a:br/>
            <a:r>
              <a:t>      })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page.goto('https://your-app.com/products');</a:t>
            </a:r>
            <a:br/>
            <a:r>
              <a:t>  </a:t>
            </a:r>
            <a:br/>
            <a:r>
              <a:t>  // Verify error message is displayed</a:t>
            </a:r>
            <a:br/>
            <a:r>
              <a:t>  await expect(page.locator('.error-message'))</a:t>
            </a:r>
            <a:br/>
            <a:r>
              <a:t>    .toContainText('Failed to load products');</a:t>
            </a:r>
            <a:br/>
            <a:r>
              <a:t>  await expect(page.locator('.retry-button')).toBeVisible();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3: Simulate Network Delays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test('show loading state during API call', async ({ page }) =&gt; {</a:t>
            </a:r>
            <a:br/>
            <a:r>
              <a:t>  await page.route('**/api/data', async (route) =&gt; {</a:t>
            </a:r>
            <a:br/>
            <a:r>
              <a:t>    // Simulate slow network</a:t>
            </a:r>
            <a:br/>
            <a:r>
              <a:t>    await new Promise(resolve =&gt; setTimeout(resolve, 3000));</a:t>
            </a:r>
            <a:br/>
            <a:r>
              <a:t>    </a:t>
            </a:r>
            <a:br/>
            <a:r>
              <a:t>    await route.fulfill({</a:t>
            </a:r>
            <a:br/>
            <a:r>
              <a:t>      status: 200,</a:t>
            </a:r>
            <a:br/>
            <a:r>
              <a:t>      contentType: 'application/json',</a:t>
            </a:r>
            <a:br/>
            <a:r>
              <a:t>      body: JSON.stringify({ data: 'loaded' })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await page.click('#load-data-button');</a:t>
            </a:r>
            <a:br/>
            <a:r>
              <a:t>  </a:t>
            </a:r>
            <a:br/>
            <a:r>
              <a:t>  // Verify loading spinner appears</a:t>
            </a:r>
            <a:br/>
            <a:r>
              <a:t>  await expect(page.locator('.loading-spinner')).toBeVisible();</a:t>
            </a:r>
            <a:br/>
            <a:r>
              <a:t>  </a:t>
            </a:r>
            <a:br/>
            <a:r>
              <a:t>  // Wait and verify data loads</a:t>
            </a:r>
            <a:br/>
            <a:r>
              <a:t>  await expect(page.locator('.data-content')).toBeVisible();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4: Conditional Mocking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test('mock based on request data', async ({ page }) =&gt; {</a:t>
            </a:r>
            <a:br/>
            <a:r>
              <a:t>  await page.route('**/api/search**', async (route) =&gt; {</a:t>
            </a:r>
            <a:br/>
            <a:r>
              <a:t>    const url = new URL(route.request().url());</a:t>
            </a:r>
            <a:br/>
            <a:r>
              <a:t>    const query = url.searchParams.get('q');</a:t>
            </a:r>
            <a:br/>
            <a:r>
              <a:t>    </a:t>
            </a:r>
            <a:br/>
            <a:r>
              <a:t>    let results = [];</a:t>
            </a:r>
            <a:br/>
            <a:r>
              <a:t>    if (query === 'playwright') {</a:t>
            </a:r>
            <a:br/>
            <a:r>
              <a:t>      results = [</a:t>
            </a:r>
            <a:br/>
            <a:r>
              <a:t>        { id: 1, title: 'Playwright Documentation' },</a:t>
            </a:r>
            <a:br/>
            <a:r>
              <a:t>        { id: 2, title: 'Playwright Tutorial' }</a:t>
            </a:r>
            <a:br/>
            <a:r>
              <a:t>      ];</a:t>
            </a:r>
            <a:br/>
            <a:r>
              <a:t>    } else if (query === 'testing') {</a:t>
            </a:r>
            <a:br/>
            <a:r>
              <a:t>      results = [{ id: 3, title: 'Testing Best Practices' }];</a:t>
            </a:r>
            <a:br/>
            <a:r>
              <a:t>    }</a:t>
            </a:r>
            <a:br/>
            <a:r>
              <a:t>    </a:t>
            </a:r>
            <a:br/>
            <a:r>
              <a:t>    await route.fulfill({</a:t>
            </a:r>
            <a:br/>
            <a:r>
              <a:t>      status: 200,</a:t>
            </a:r>
            <a:br/>
            <a:r>
              <a:t>      body: JSON.stringify({ results })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// Test different search scenarios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5: Using HAR Files for Mocking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// First, record HAR file</a:t>
            </a:r>
            <a:br/>
            <a:r>
              <a:t>test('record HAR', async ({ page }) =&gt; {</a:t>
            </a:r>
            <a:br/>
            <a:r>
              <a:t>  await page.routeFromHAR('./hars/api-recordings.har', {</a:t>
            </a:r>
            <a:br/>
            <a:r>
              <a:t>    url: '**/api/**',</a:t>
            </a:r>
            <a:br/>
            <a:r>
              <a:t>    update: true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// Interact with the app - API calls are recorded</a:t>
            </a:r>
            <a:br/>
            <a:r>
              <a:t>});</a:t>
            </a:r>
            <a:br/>
            <a:br/>
            <a:r>
              <a:t>// Then, replay HAR file in tests</a:t>
            </a:r>
            <a:br/>
            <a:r>
              <a:t>test('replay from HAR', async ({ page }) =&gt; {</a:t>
            </a:r>
            <a:br/>
            <a:r>
              <a:t>  await page.routeFromHAR('./hars/api-recordings.har', {</a:t>
            </a:r>
            <a:br/>
            <a:r>
              <a:t>    url: '**/api/**'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// All API calls are mocked from recorded HAR</a:t>
            </a:r>
            <a:br/>
            <a:r>
              <a:t>  // Tests run offline and consistently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Example 6: Modify Real API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test('modify real API response', async ({ page }) =&gt; {</a:t>
            </a:r>
            <a:br/>
            <a:r>
              <a:t>  await page.route('**/api/config', async (route) =&gt; {</a:t>
            </a:r>
            <a:br/>
            <a:r>
              <a:t>    // Fetch the real response</a:t>
            </a:r>
            <a:br/>
            <a:r>
              <a:t>    const response = await route.fetch();</a:t>
            </a:r>
            <a:br/>
            <a:r>
              <a:t>    const json = await response.json();</a:t>
            </a:r>
            <a:br/>
            <a:r>
              <a:t>    </a:t>
            </a:r>
            <a:br/>
            <a:r>
              <a:t>    // Modify the response</a:t>
            </a:r>
            <a:br/>
            <a:r>
              <a:t>    json.featureFlags.newFeature = true;</a:t>
            </a:r>
            <a:br/>
            <a:r>
              <a:t>    json.settings.darkMode = true;</a:t>
            </a:r>
            <a:br/>
            <a:r>
              <a:t>    </a:t>
            </a:r>
            <a:br/>
            <a:r>
              <a:t>    // Return modified response</a:t>
            </a:r>
            <a:br/>
            <a:r>
              <a:t>    await route.fulfill({</a:t>
            </a:r>
            <a:br/>
            <a:r>
              <a:t>      response,</a:t>
            </a:r>
            <a:br/>
            <a:r>
              <a:t>      json: json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page.goto('https://your-app.com');</a:t>
            </a:r>
            <a:br/>
            <a:r>
              <a:t>  </a:t>
            </a:r>
            <a:br/>
            <a:r>
              <a:t>  // Verify new feature is enabled</a:t>
            </a:r>
            <a:br/>
            <a:r>
              <a:t>  await expect(page.locator('.new-feature')).toBeVisible();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Initialize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Create new directory</a:t>
            </a:r>
            <a:br/>
            <a:r>
              <a:t>mkdir playwright-api-workshop</a:t>
            </a:r>
            <a:br/>
            <a:r>
              <a:t>cd playwright-api-workshop</a:t>
            </a:r>
            <a:br/>
            <a:br/>
            <a:r>
              <a:t># Step 2: Initialize Node.js project</a:t>
            </a:r>
            <a:br/>
            <a:r>
              <a:t>npm init -y</a:t>
            </a:r>
            <a:br/>
            <a:br/>
            <a:r>
              <a:t># Step 3: Install Playwright</a:t>
            </a:r>
            <a:br/>
            <a:r>
              <a:t>npm install -D @playwright/test</a:t>
            </a:r>
            <a:br/>
            <a:br/>
            <a:r>
              <a:t># Step 4: Install Playwright browsers</a:t>
            </a:r>
            <a:br/>
            <a:r>
              <a:t>npx playwright install</a:t>
            </a:r>
            <a:br/>
            <a:br/>
            <a:r>
              <a:t># Step 5: Initialize TypeScript (optional)</a:t>
            </a:r>
            <a:br/>
            <a:r>
              <a:t>npm install -D typescript @types/node</a:t>
            </a:r>
            <a:br/>
            <a:r>
              <a:t>npx tsc --init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playwright-api-workshop/</a:t>
            </a:r>
            <a:br/>
            <a:r>
              <a:t>├── tests/</a:t>
            </a:r>
            <a:br/>
            <a:r>
              <a:t>│   ├── api/</a:t>
            </a:r>
            <a:br/>
            <a:r>
              <a:t>│   │   ├── users.spec.ts</a:t>
            </a:r>
            <a:br/>
            <a:r>
              <a:t>│   │   └── products.spec.ts</a:t>
            </a:r>
            <a:br/>
            <a:r>
              <a:t>│   └── e2e/</a:t>
            </a:r>
            <a:br/>
            <a:r>
              <a:t>│       └── user-flow.spec.ts</a:t>
            </a:r>
            <a:br/>
            <a:r>
              <a:t>├── fixtures/</a:t>
            </a:r>
            <a:br/>
            <a:r>
              <a:t>│   ├── test-fixtures.ts</a:t>
            </a:r>
            <a:br/>
            <a:r>
              <a:t>│   └── api-fixtures.ts</a:t>
            </a:r>
            <a:br/>
            <a:r>
              <a:t>├── helpers/</a:t>
            </a:r>
            <a:br/>
            <a:r>
              <a:t>│   ├── api-helper.ts</a:t>
            </a:r>
            <a:br/>
            <a:r>
              <a:t>│   └── data-generator.ts</a:t>
            </a:r>
            <a:br/>
            <a:r>
              <a:t>├── pages/</a:t>
            </a:r>
            <a:br/>
            <a:r>
              <a:t>│   └── user-page.ts</a:t>
            </a:r>
            <a:br/>
            <a:r>
              <a:t>├── test-data/</a:t>
            </a:r>
            <a:br/>
            <a:r>
              <a:t>│   └── users.json</a:t>
            </a:r>
            <a:br/>
            <a:r>
              <a:t>├── playwright.config.ts</a:t>
            </a:r>
            <a:br/>
            <a:r>
              <a:t>└── package.json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playwright.config.ts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defineConfig } from '@playwright/test';</a:t>
            </a:r>
            <a:br/>
            <a:br/>
            <a:r>
              <a:t>export default defineConfig({</a:t>
            </a:r>
            <a:br/>
            <a:r>
              <a:t>  testDir: './tests',</a:t>
            </a:r>
            <a:br/>
            <a:r>
              <a:t>  timeout: 30000,</a:t>
            </a:r>
            <a:br/>
            <a:r>
              <a:t>  retries: process.env.CI ? 2 : 0,</a:t>
            </a:r>
            <a:br/>
            <a:r>
              <a:t>  workers: process.env.CI ? 1 : undefined,</a:t>
            </a:r>
            <a:br/>
            <a:r>
              <a:t>  </a:t>
            </a:r>
            <a:br/>
            <a:r>
              <a:t>  use: {</a:t>
            </a:r>
            <a:br/>
            <a:r>
              <a:t>    baseURL: 'https://api.example.com',</a:t>
            </a:r>
            <a:br/>
            <a:r>
              <a:t>    extraHTTPHeaders: {</a:t>
            </a:r>
            <a:br/>
            <a:r>
              <a:t>      'Accept': 'application/json',</a:t>
            </a:r>
            <a:br/>
            <a:r>
              <a:t>    },</a:t>
            </a:r>
            <a:br/>
            <a:r>
              <a:t>    trace: 'on-first-retry',</a:t>
            </a:r>
            <a:br/>
            <a:r>
              <a:t>  },</a:t>
            </a:r>
            <a:br/>
            <a:r>
              <a:t>  </a:t>
            </a:r>
            <a:br/>
            <a:r>
              <a:t>  projects: [</a:t>
            </a:r>
            <a:br/>
            <a:r>
              <a:t>    {</a:t>
            </a:r>
            <a:br/>
            <a:r>
              <a:t>      name: 'api-tests',</a:t>
            </a:r>
            <a:br/>
            <a:r>
              <a:t>      testMatch: /.*\.api\.spec\.ts/,</a:t>
            </a:r>
            <a:br/>
            <a:r>
              <a:t>    },</a:t>
            </a:r>
            <a:br/>
            <a:r>
              <a:t>  ],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Create API Helper (helpers/api-helper.ts)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export class ApiHelper {</a:t>
            </a:r>
            <a:br/>
            <a:r>
              <a:t>  constructor(private request: any) {}</a:t>
            </a:r>
            <a:br/>
            <a:r>
              <a:t>  </a:t>
            </a:r>
            <a:br/>
            <a:r>
              <a:t>  async createUser(userData: any) {</a:t>
            </a:r>
            <a:br/>
            <a:r>
              <a:t>    const response = await this.request.post('/api/users', {</a:t>
            </a:r>
            <a:br/>
            <a:r>
              <a:t>      data: userData</a:t>
            </a:r>
            <a:br/>
            <a:r>
              <a:t>    });</a:t>
            </a:r>
            <a:br/>
            <a:r>
              <a:t>    expect(response.ok()).toBeTruthy();</a:t>
            </a:r>
            <a:br/>
            <a:r>
              <a:t>    return await response.json();</a:t>
            </a:r>
            <a:br/>
            <a:r>
              <a:t>  }</a:t>
            </a:r>
            <a:br/>
            <a:r>
              <a:t>  </a:t>
            </a:r>
            <a:br/>
            <a:r>
              <a:t>  async getUser(userId: string) {</a:t>
            </a:r>
            <a:br/>
            <a:r>
              <a:t>    const response = await this.request.get(\`/api/users/\${userId}\`);</a:t>
            </a:r>
            <a:br/>
            <a:r>
              <a:t>    expect(response.ok()).toBeTruthy();</a:t>
            </a:r>
            <a:br/>
            <a:r>
              <a:t>    return await response.json();</a:t>
            </a:r>
            <a:br/>
            <a:r>
              <a:t>  }</a:t>
            </a:r>
            <a:br/>
            <a:r>
              <a:t>  </a:t>
            </a:r>
            <a:br/>
            <a:r>
              <a:t>  async updateUser(userId: string, updates: any) {</a:t>
            </a:r>
            <a:br/>
            <a:r>
              <a:t>    const response = await this.request.patch(</a:t>
            </a:r>
            <a:br/>
            <a:r>
              <a:t>      \`/api/users/\${userId}\`,</a:t>
            </a:r>
            <a:br/>
            <a:r>
              <a:t>      { data: updates }</a:t>
            </a:r>
            <a:br/>
            <a:r>
              <a:t>    );</a:t>
            </a:r>
            <a:br/>
            <a:r>
              <a:t>    return await response.json();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Create Custom Fixtures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test as base } from '@playwright/test';</a:t>
            </a:r>
            <a:br/>
            <a:r>
              <a:t>import { ApiHelper } from '../helpers/api-helper';</a:t>
            </a:r>
            <a:br/>
            <a:br/>
            <a:r>
              <a:t>type MyFixtures = {</a:t>
            </a:r>
            <a:br/>
            <a:r>
              <a:t>  apiHelper: ApiHelper;</a:t>
            </a:r>
            <a:br/>
            <a:r>
              <a:t>  testUser: any;</a:t>
            </a:r>
            <a:br/>
            <a:r>
              <a:t>};</a:t>
            </a:r>
            <a:br/>
            <a:br/>
            <a:r>
              <a:t>export const test = base.extend&lt;MyFixtures&gt;({</a:t>
            </a:r>
            <a:br/>
            <a:r>
              <a:t>  apiHelper: async ({ request }, use) =&gt; {</a:t>
            </a:r>
            <a:br/>
            <a:r>
              <a:t>    const helper = new ApiHelper(request);</a:t>
            </a:r>
            <a:br/>
            <a:r>
              <a:t>    await use(helper);</a:t>
            </a:r>
            <a:br/>
            <a:r>
              <a:t>  },</a:t>
            </a:r>
            <a:br/>
            <a:r>
              <a:t>  </a:t>
            </a:r>
            <a:br/>
            <a:r>
              <a:t>  testUser: async ({ apiHelper }, use) =&gt; {</a:t>
            </a:r>
            <a:br/>
            <a:r>
              <a:t>    // Setup: Create test user</a:t>
            </a:r>
            <a:br/>
            <a:r>
              <a:t>    const user = await apiHelper.createUser({</a:t>
            </a:r>
            <a:br/>
            <a:r>
              <a:t>      name: 'Test User',</a:t>
            </a:r>
            <a:br/>
            <a:r>
              <a:t>      email: \`test-\${Date.now()}@example.com\`</a:t>
            </a:r>
            <a:br/>
            <a:r>
              <a:t>    });</a:t>
            </a:r>
            <a:br/>
            <a:r>
              <a:t>    </a:t>
            </a:r>
            <a:br/>
            <a:r>
              <a:t>    await use(user);</a:t>
            </a:r>
            <a:br/>
            <a:r>
              <a:t>    </a:t>
            </a:r>
            <a:br/>
            <a:r>
              <a:t>    // Cleanup: Delete test user</a:t>
            </a:r>
            <a:br/>
            <a:r>
              <a:t>    // await apiHelper.deleteUser(user.id);</a:t>
            </a:r>
            <a:br/>
            <a:r>
              <a:t>  },</a:t>
            </a:r>
            <a:br/>
            <a:r>
              <a:t>});</a:t>
            </a:r>
            <a:br/>
            <a:br/>
            <a:r>
              <a:t>export { expect } from '@playwright/test';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Page Object (pages/user-page.ts)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Page } from '@playwright/test';</a:t>
            </a:r>
            <a:br/>
            <a:br/>
            <a:r>
              <a:t>export class UserPage {</a:t>
            </a:r>
            <a:br/>
            <a:r>
              <a:t>  constructor(private page: Page) {}</a:t>
            </a:r>
            <a:br/>
            <a:r>
              <a:t>  </a:t>
            </a:r>
            <a:br/>
            <a:r>
              <a:t>  async goto() {</a:t>
            </a:r>
            <a:br/>
            <a:r>
              <a:t>    await this.page.goto('/users');</a:t>
            </a:r>
            <a:br/>
            <a:r>
              <a:t>  }</a:t>
            </a:r>
            <a:br/>
            <a:r>
              <a:t>  </a:t>
            </a:r>
            <a:br/>
            <a:r>
              <a:t>  async searchUser(name: string) {</a:t>
            </a:r>
            <a:br/>
            <a:r>
              <a:t>    await this.page.fill('#search-input', name);</a:t>
            </a:r>
            <a:br/>
            <a:r>
              <a:t>    await this.page.click('#search-button');</a:t>
            </a:r>
            <a:br/>
            <a:r>
              <a:t>  }</a:t>
            </a:r>
            <a:br/>
            <a:r>
              <a:t>  </a:t>
            </a:r>
            <a:br/>
            <a:r>
              <a:t>  async getUserCard(userId: string) {</a:t>
            </a:r>
            <a:br/>
            <a:r>
              <a:t>    return this.page.locator(\`[data-user-id="\${userId}"]\`);</a:t>
            </a:r>
            <a:br/>
            <a:r>
              <a:t>  }</a:t>
            </a:r>
            <a:br/>
            <a:r>
              <a:t>  </a:t>
            </a:r>
            <a:br/>
            <a:r>
              <a:t>  async mockUserApi(users: any[]) {</a:t>
            </a:r>
            <a:br/>
            <a:r>
              <a:t>    await this.page.route('**/api/users', async (route) =&gt; {</a:t>
            </a:r>
            <a:br/>
            <a:r>
              <a:t>      await route.fulfill({</a:t>
            </a:r>
            <a:br/>
            <a:r>
              <a:t>        status: 200,</a:t>
            </a:r>
            <a:br/>
            <a:r>
              <a:t>        body: JSON.stringify(users)</a:t>
            </a:r>
            <a:br/>
            <a:r>
              <a:t>      });</a:t>
            </a:r>
            <a:br/>
            <a:r>
              <a:t>    });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Complete Test (tests/api/users.spec.ts)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test, expect } from '../../fixtures/test-fixtures';</a:t>
            </a:r>
            <a:br/>
            <a:r>
              <a:t>import { UserPage } from '../../pages/user-page';</a:t>
            </a:r>
            <a:br/>
            <a:br/>
            <a:r>
              <a:t>test.describe('User API Tests', () =&gt; {</a:t>
            </a:r>
            <a:br/>
            <a:r>
              <a:t>  </a:t>
            </a:r>
            <a:br/>
            <a:r>
              <a:t>  test('create and verify user', async ({ apiHelper }) =&gt; {</a:t>
            </a:r>
            <a:br/>
            <a:r>
              <a:t>    const newUser = await apiHelper.createUser({</a:t>
            </a:r>
            <a:br/>
            <a:r>
              <a:t>      name: 'John Doe',</a:t>
            </a:r>
            <a:br/>
            <a:r>
              <a:t>      email: 'john@example.com'</a:t>
            </a:r>
            <a:br/>
            <a:r>
              <a:t>    });</a:t>
            </a:r>
            <a:br/>
            <a:r>
              <a:t>    </a:t>
            </a:r>
            <a:br/>
            <a:r>
              <a:t>    expect(newUser).toHaveProperty('id');</a:t>
            </a:r>
            <a:br/>
            <a:r>
              <a:t>    expect(newUser.name).toBe('John Doe');</a:t>
            </a:r>
            <a:br/>
            <a:r>
              <a:t>    </a:t>
            </a:r>
            <a:br/>
            <a:r>
              <a:t>    const fetchedUser = await apiHelper.getUser(newUser.id);</a:t>
            </a:r>
            <a:br/>
            <a:r>
              <a:t>    expect(fetchedUser.email).toBe('john@example.com');</a:t>
            </a:r>
            <a:br/>
            <a:r>
              <a:t>  });</a:t>
            </a:r>
            <a:br/>
            <a:r>
              <a:t>  </a:t>
            </a:r>
            <a:br/>
            <a:r>
              <a:t>  test('UI with mocked API', async ({ page, testUser }) =&gt; {</a:t>
            </a:r>
            <a:br/>
            <a:r>
              <a:t>    const userPage = new UserPage(page);</a:t>
            </a:r>
            <a:br/>
            <a:r>
              <a:t>    await userPage.mockUserApi([testUser]);</a:t>
            </a:r>
            <a:br/>
            <a:r>
              <a:t>    </a:t>
            </a:r>
            <a:br/>
            <a:r>
              <a:t>    await userPage.goto();</a:t>
            </a:r>
            <a:br/>
            <a:r>
              <a:t>    const userCard = await userPage.getUserCard(testUser.id);</a:t>
            </a:r>
            <a:br/>
            <a:r>
              <a:t>    await expect(userCard).toContainText(testUser.name);</a:t>
            </a:r>
            <a:br/>
            <a:r>
              <a:t>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Data Generator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import { faker } from '@faker-js/faker';</a:t>
            </a:r>
            <a:br/>
            <a:br/>
            <a:r>
              <a:t>export class DataGenerator {</a:t>
            </a:r>
            <a:br/>
            <a:r>
              <a:t>  static generateUser() {</a:t>
            </a:r>
            <a:br/>
            <a:r>
              <a:t>    return {</a:t>
            </a:r>
            <a:br/>
            <a:r>
              <a:t>      name: faker.person.fullName(),</a:t>
            </a:r>
            <a:br/>
            <a:r>
              <a:t>      email: faker.internet.email(),</a:t>
            </a:r>
            <a:br/>
            <a:r>
              <a:t>      phone: faker.phone.number(),</a:t>
            </a:r>
            <a:br/>
            <a:r>
              <a:t>      address: {</a:t>
            </a:r>
            <a:br/>
            <a:r>
              <a:t>        street: faker.location.streetAddress(),</a:t>
            </a:r>
            <a:br/>
            <a:r>
              <a:t>        city: faker.location.city(),</a:t>
            </a:r>
            <a:br/>
            <a:r>
              <a:t>        country: faker.location.country()</a:t>
            </a:r>
            <a:br/>
            <a:r>
              <a:t>      }</a:t>
            </a:r>
            <a:br/>
            <a:r>
              <a:t>    };</a:t>
            </a:r>
            <a:br/>
            <a:r>
              <a:t>  }</a:t>
            </a:r>
            <a:br/>
            <a:r>
              <a:t>  </a:t>
            </a:r>
            <a:br/>
            <a:r>
              <a:t>  static generateProduct() {</a:t>
            </a:r>
            <a:br/>
            <a:r>
              <a:t>    return {</a:t>
            </a:r>
            <a:br/>
            <a:r>
              <a:t>      name: faker.commerce.productName(),</a:t>
            </a:r>
            <a:br/>
            <a:r>
              <a:t>      price: faker.commerce.price(),</a:t>
            </a:r>
            <a:br/>
            <a:r>
              <a:t>      description: faker.commerce.productDescription()</a:t>
            </a:r>
            <a:br/>
            <a:r>
              <a:t>    };</a:t>
            </a:r>
            <a:br/>
            <a:r>
              <a:t>  }</a:t>
            </a:r>
            <a:br/>
            <a:r>
              <a:t>}</a:t>
            </a:r>
            <a:br/>
            <a:br/>
            <a:r>
              <a:t>// Usage in tests:</a:t>
            </a:r>
            <a:br/>
            <a:r>
              <a:t>// const user = DataGenerator.generateUser();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Running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Run all tests</a:t>
            </a:r>
            <a:br/>
            <a:r>
              <a:t>npx playwright test</a:t>
            </a:r>
            <a:br/>
            <a:br/>
            <a:r>
              <a:t># Run specific test file</a:t>
            </a:r>
            <a:br/>
            <a:r>
              <a:t>npx playwright test tests/api/users.spec.ts</a:t>
            </a:r>
            <a:br/>
            <a:br/>
            <a:r>
              <a:t># Run tests with specific tag</a:t>
            </a:r>
            <a:br/>
            <a:r>
              <a:t>npx playwright test --grep @api</a:t>
            </a:r>
            <a:br/>
            <a:br/>
            <a:r>
              <a:t># Run in headed mode (for debugging)</a:t>
            </a:r>
            <a:br/>
            <a:r>
              <a:t>npx playwright test --headed</a:t>
            </a:r>
            <a:br/>
            <a:br/>
            <a:r>
              <a:t># Run with UI mode (interactive)</a:t>
            </a:r>
            <a:br/>
            <a:r>
              <a:t>npx playwright test --ui</a:t>
            </a:r>
            <a:br/>
            <a:br/>
            <a:r>
              <a:t># Generate HTML report</a:t>
            </a:r>
            <a:br/>
            <a:r>
              <a:t>npx playwright show-report</a:t>
            </a:r>
            <a:br/>
            <a:br/>
            <a:r>
              <a:t># Run tests in parallel</a:t>
            </a:r>
            <a:br/>
            <a:r>
              <a:t>npx playwright test --workers=4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Use fixtures for setup and teardown</a:t>
            </a:r>
          </a:p>
          <a:p>
            <a:pPr>
              <a:defRPr sz="1800"/>
            </a:pPr>
            <a:r>
              <a:t>✅ Create reusable helper functions</a:t>
            </a:r>
          </a:p>
          <a:p>
            <a:pPr>
              <a:defRPr sz="1800"/>
            </a:pPr>
            <a:r>
              <a:t>✅ Implement proper error handling</a:t>
            </a:r>
          </a:p>
          <a:p>
            <a:pPr>
              <a:defRPr sz="1800"/>
            </a:pPr>
            <a:r>
              <a:t>✅ Use environment variables for config</a:t>
            </a:r>
          </a:p>
          <a:p>
            <a:pPr>
              <a:defRPr sz="1800"/>
            </a:pPr>
            <a:r>
              <a:t>✅ Generate dynamic test data</a:t>
            </a:r>
          </a:p>
          <a:p>
            <a:pPr>
              <a:defRPr sz="1800"/>
            </a:pPr>
            <a:r>
              <a:t>✅ Validate both status codes and response body</a:t>
            </a:r>
          </a:p>
          <a:p>
            <a:pPr>
              <a:defRPr sz="1800"/>
            </a:pPr>
            <a:r>
              <a:t>✅ Use TypeScript for type safety</a:t>
            </a:r>
          </a:p>
          <a:p>
            <a:pPr>
              <a:defRPr sz="1800"/>
            </a:pPr>
            <a:r>
              <a:t>✅ Implement retry logic for flaky APIs</a:t>
            </a:r>
          </a:p>
          <a:p>
            <a:pPr>
              <a:defRPr sz="1800"/>
            </a:pPr>
            <a:r>
              <a:t>✅ Clean up test data after tests</a:t>
            </a:r>
          </a:p>
          <a:p>
            <a:pPr>
              <a:defRPr sz="1800"/>
            </a:pPr>
            <a:r>
              <a:t>✅ Use HAR files for consistent mocking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Hardcoding credentials in tests</a:t>
            </a:r>
          </a:p>
          <a:p>
            <a:pPr>
              <a:defRPr sz="1800"/>
            </a:pPr>
            <a:r>
              <a:t>❌ Not cleaning up test data</a:t>
            </a:r>
          </a:p>
          <a:p>
            <a:pPr>
              <a:defRPr sz="1800"/>
            </a:pPr>
            <a:r>
              <a:t>❌ Ignoring response headers</a:t>
            </a:r>
          </a:p>
          <a:p>
            <a:pPr>
              <a:defRPr sz="1800"/>
            </a:pPr>
            <a:r>
              <a:t>❌ Not handling async operations properly</a:t>
            </a:r>
          </a:p>
          <a:p>
            <a:pPr>
              <a:defRPr sz="1800"/>
            </a:pPr>
            <a:r>
              <a:t>❌ Testing production APIs without safeguards</a:t>
            </a:r>
          </a:p>
          <a:p>
            <a:pPr>
              <a:defRPr sz="1800"/>
            </a:pPr>
            <a:r>
              <a:t>❌ Not mocking external dependencies</a:t>
            </a:r>
          </a:p>
          <a:p>
            <a:pPr>
              <a:defRPr sz="1800"/>
            </a:pPr>
            <a:r>
              <a:t>❌ Inconsistent test data</a:t>
            </a:r>
          </a:p>
          <a:p>
            <a:pPr>
              <a:defRPr sz="1800"/>
            </a:pPr>
            <a:r>
              <a:t>❌ Poor error messages in assertions</a:t>
            </a:r>
          </a:p>
          <a:p>
            <a:pPr>
              <a:defRPr sz="1800"/>
            </a:pPr>
            <a:r>
              <a:t>❌ Not using proper TypeScript types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🔧 WebSocket testing with Playwright</a:t>
            </a:r>
          </a:p>
          <a:p>
            <a:pPr>
              <a:defRPr sz="1800"/>
            </a:pPr>
            <a:r>
              <a:t>🔧 GraphQL API testing</a:t>
            </a:r>
          </a:p>
          <a:p>
            <a:pPr>
              <a:defRPr sz="1800"/>
            </a:pPr>
            <a:r>
              <a:t>🔧 File upload/download via API</a:t>
            </a:r>
          </a:p>
          <a:p>
            <a:pPr>
              <a:defRPr sz="1800"/>
            </a:pPr>
            <a:r>
              <a:t>🔧 Performance testing with API calls</a:t>
            </a:r>
          </a:p>
          <a:p>
            <a:pPr>
              <a:defRPr sz="1800"/>
            </a:pPr>
            <a:r>
              <a:t>🔧 Integration with CI/CD pipelines</a:t>
            </a:r>
          </a:p>
          <a:p>
            <a:pPr>
              <a:defRPr sz="1800"/>
            </a:pPr>
            <a:r>
              <a:t>🔧 API contract testing</a:t>
            </a:r>
          </a:p>
          <a:p>
            <a:pPr>
              <a:defRPr sz="1800"/>
            </a:pPr>
            <a:r>
              <a:t>🔧 Parallel execution strategies</a:t>
            </a:r>
          </a:p>
          <a:p>
            <a:pPr>
              <a:defRPr sz="1800"/>
            </a:pPr>
            <a:r>
              <a:t>🔧 Custom reporters for API tests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Playwright Official Docs: playwright.dev</a:t>
            </a:r>
          </a:p>
          <a:p>
            <a:pPr>
              <a:defRPr sz="1800"/>
            </a:pPr>
            <a:r>
              <a:t>📚 API Testing Guide: playwright.dev/docs/api-testing</a:t>
            </a:r>
          </a:p>
          <a:p>
            <a:pPr>
              <a:defRPr sz="1800"/>
            </a:pPr>
            <a:r>
              <a:t>📚 Mock APIs: playwright.dev/docs/mock</a:t>
            </a:r>
          </a:p>
          <a:p>
            <a:pPr>
              <a:defRPr sz="1800"/>
            </a:pPr>
            <a:r>
              <a:t>📚 JSONPlaceholder: jsonplaceholder.typicode.com</a:t>
            </a:r>
          </a:p>
          <a:p>
            <a:pPr>
              <a:defRPr sz="1800"/>
            </a:pPr>
            <a:r>
              <a:t>📚 ReqRes API: reqres.in</a:t>
            </a:r>
          </a:p>
          <a:p>
            <a:pPr>
              <a:defRPr sz="1800"/>
            </a:pPr>
            <a:r>
              <a:t>📚 GitHub: github.com/microsoft/playwright</a:t>
            </a:r>
          </a:p>
          <a:p>
            <a:pPr>
              <a:defRPr sz="1800"/>
            </a:pPr>
            <a:r>
              <a:t>📚 Discord Community: discord.gg/playwright</a:t>
            </a:r>
          </a:p>
          <a:p>
            <a:pPr>
              <a:defRPr sz="1800"/>
            </a:pPr>
            <a:r>
              <a:t>📚 Stack Overflow: #playwright tag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attending!</a:t>
            </a:r>
          </a:p>
          <a:p/>
          <a:p>
            <a:r>
              <a:t>Let's discuss your questions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Bonus: Complete Real-World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// tests/integration/checkout-flow.spec.ts</a:t>
            </a:r>
            <a:br/>
            <a:r>
              <a:t>import { test, expect } from '@playwright/test';</a:t>
            </a:r>
            <a:br/>
            <a:br/>
            <a:r>
              <a:t>test('complete checkout flow with API and mocks', async ({ page, request }) =&gt; {</a:t>
            </a:r>
            <a:br/>
            <a:r>
              <a:t>  // Step 1: Create user via API</a:t>
            </a:r>
            <a:br/>
            <a:r>
              <a:t>  const user = await request.post('/api/users', {</a:t>
            </a:r>
            <a:br/>
            <a:r>
              <a:t>    data: { name: 'Test User', email: 'test@example.com' }</a:t>
            </a:r>
            <a:br/>
            <a:r>
              <a:t>  });</a:t>
            </a:r>
            <a:br/>
            <a:r>
              <a:t>  const userData = await user.json();</a:t>
            </a:r>
            <a:br/>
            <a:r>
              <a:t>  </a:t>
            </a:r>
            <a:br/>
            <a:r>
              <a:t>  // Step 2: Mock payment gateway</a:t>
            </a:r>
            <a:br/>
            <a:r>
              <a:t>  await page.route('**/api/payment/**', async (route) =&gt; {</a:t>
            </a:r>
            <a:br/>
            <a:r>
              <a:t>    await route.fulfill({</a:t>
            </a:r>
            <a:br/>
            <a:r>
              <a:t>      status: 200,</a:t>
            </a:r>
            <a:br/>
            <a:r>
              <a:t>      body: JSON.stringify({ </a:t>
            </a:r>
            <a:br/>
            <a:r>
              <a:t>        status: 'success', </a:t>
            </a:r>
            <a:br/>
            <a:r>
              <a:t>        transactionId: 'TXN123' </a:t>
            </a:r>
            <a:br/>
            <a:r>
              <a:t>      })</a:t>
            </a:r>
            <a:br/>
            <a:r>
              <a:t>    });</a:t>
            </a:r>
            <a:br/>
            <a:r>
              <a:t>  });</a:t>
            </a:r>
            <a:br/>
            <a:r>
              <a:t>  </a:t>
            </a:r>
            <a:br/>
            <a:r>
              <a:t>  // Step 3: UI interaction with mocked backend</a:t>
            </a:r>
            <a:br/>
            <a:r>
              <a:t>  await page.goto('/checkout');</a:t>
            </a:r>
            <a:br/>
            <a:r>
              <a:t>  await page.fill('#email', userData.email);</a:t>
            </a:r>
            <a:br/>
            <a:r>
              <a:t>  await page.click('#place-order');</a:t>
            </a:r>
            <a:br/>
            <a:r>
              <a:t>  </a:t>
            </a:r>
            <a:br/>
            <a:r>
              <a:t>  // Step 4: Verify via API</a:t>
            </a:r>
            <a:br/>
            <a:r>
              <a:t>  const orders = await request.get(\`/api/orders?userId=\${userData.id}\`);</a:t>
            </a:r>
            <a:br/>
            <a:r>
              <a:t>  const orderData = await orders.json();</a:t>
            </a:r>
            <a:br/>
            <a:r>
              <a:t>  expect(orderData).toHaveLength(1);</a:t>
            </a:r>
            <a:br/>
            <a:r>
              <a:t>  expect(orderData[0].status).toBe('confirmed');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