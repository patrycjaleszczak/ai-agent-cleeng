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Playwright Reporting, Debugging &amp; Stability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90-minute QA Automation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Audience: QA engineers comfortable with Playwright basics</a:t>
            </a:r>
          </a:p>
          <a:p>
            <a:r>
              <a:t>Format: 1.5h mix of lecture, demos, paired exercises</a:t>
            </a:r>
          </a:p>
          <a:p>
            <a:r>
              <a:t>Resources: repo with sample specs, prepared CI pipeline</a:t>
            </a:r>
          </a:p>
          <a:p>
            <a:r>
              <a:t>Goals: reporting mastery, faster debugging, fewer flaky runs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and customize Playwright reporters for different stakeholders</a:t>
            </a:r>
          </a:p>
          <a:p>
            <a:r>
              <a:t>Use VS Code, CLI tools, and artifacts to analyze failures</a:t>
            </a:r>
          </a:p>
          <a:p>
            <a:r>
              <a:t>Apply 15 concrete tactics for stability and flaky remediation</a:t>
            </a:r>
          </a:p>
          <a:p>
            <a:r>
              <a:t>Produce actionable evidence (logs, traces, dashboards) after every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Reports translate raw test outcomes into decisions</a:t>
            </a:r>
          </a:p>
          <a:p>
            <a:r>
              <a:t>CI/CD, leads, and developers need different fidelity levels</a:t>
            </a:r>
          </a:p>
          <a:p>
            <a:r>
              <a:t>Baseline: fast console feedback + durable HTML/CI artifacts</a:t>
            </a:r>
          </a:p>
          <a:p>
            <a:r>
              <a:t>Stretch: push data into dashboards or chat for instant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Built-in Reporters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 multiple reporters in `playwright.config.ts`</a:t>
            </a:r>
          </a:p>
          <a:p>
            <a:r>
              <a:t>List reporter for local speed, HTML for deep dive, JUnit for CI</a:t>
            </a:r>
          </a:p>
          <a:p>
            <a:r>
              <a:t>Override per run with `--reporter` when experimenting</a:t>
            </a:r>
          </a:p>
          <a:p>
            <a:r>
              <a:t>Demo: run sample suite and inspect each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playwright.config.ts</a:t>
            </a:r>
          </a:p>
          <a:p>
            <a:r>
              <a:rPr sz="1200">
                <a:latin typeface="Consolas"/>
              </a:rPr>
              <a:t>import { defineConfig } from '@playwright/test';</a:t>
            </a:r>
          </a:p>
          <a:p>
            <a:r>
              <a:rPr sz="1200">
                <a:latin typeface="Consolas"/>
              </a:rPr>
              <a:t>export default defineConfig({</a:t>
            </a:r>
          </a:p>
          <a:p>
            <a:r>
              <a:rPr sz="1200">
                <a:latin typeface="Consolas"/>
              </a:rPr>
              <a:t>  reporter: [</a:t>
            </a:r>
          </a:p>
          <a:p>
            <a:r>
              <a:rPr sz="1200">
                <a:latin typeface="Consolas"/>
              </a:rPr>
              <a:t>    ['list'],</a:t>
            </a:r>
          </a:p>
          <a:p>
            <a:r>
              <a:rPr sz="1200">
                <a:latin typeface="Consolas"/>
              </a:rPr>
              <a:t>    ['html', { open: 'never', outputFolder: 'artifacts/html-report' }],</a:t>
            </a:r>
          </a:p>
          <a:p>
            <a:r>
              <a:rPr sz="1200">
                <a:latin typeface="Consolas"/>
              </a:rPr>
              <a:t>    ['junit', { outputFile: 'artifacts/junit/results.xml' }]</a:t>
            </a:r>
          </a:p>
          <a:p>
            <a:r>
              <a:rPr sz="1200">
                <a:latin typeface="Consolas"/>
              </a:rPr>
              <a:t>  ]</a:t>
            </a:r>
          </a:p>
          <a:p>
            <a:r>
              <a:rPr sz="1200">
                <a:latin typeface="Consolas"/>
              </a:rPr>
              <a:t>});</a:t>
            </a:r>
          </a:p>
          <a:p>
            <a:r>
              <a:rPr sz="1200">
                <a:latin typeface="Consolas"/>
              </a:rPr>
              <a:t>// CLI override</a:t>
            </a:r>
          </a:p>
          <a:p>
            <a:r>
              <a:rPr sz="1200">
                <a:latin typeface="Consolas"/>
              </a:rPr>
              <a:t>// npx playwright test --reporter=line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Report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once globally or via `--reporter=html`</a:t>
            </a:r>
          </a:p>
          <a:p>
            <a:r>
              <a:t>`npx playwright show-report` launches the viewer locally</a:t>
            </a:r>
          </a:p>
          <a:p>
            <a:r>
              <a:t>Teach teams to archive `playwright-report` as CI artifact</a:t>
            </a:r>
          </a:p>
          <a:p>
            <a:r>
              <a:t>Highlight filters: spec, project, attachment panes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package.json script</a:t>
            </a:r>
          </a:p>
          <a:p>
            <a:r>
              <a:rPr sz="1200">
                <a:latin typeface="Consolas"/>
              </a:rPr>
              <a:t>{</a:t>
            </a:r>
          </a:p>
          <a:p>
            <a:r>
              <a:rPr sz="1200">
                <a:latin typeface="Consolas"/>
              </a:rPr>
              <a:t>  "scripts": {</a:t>
            </a:r>
          </a:p>
          <a:p>
            <a:r>
              <a:rPr sz="1200">
                <a:latin typeface="Consolas"/>
              </a:rPr>
              <a:t>    "test:html": "npx playwright test --reporter=html &amp;&amp; npx playwright show-report"</a:t>
            </a:r>
          </a:p>
          <a:p>
            <a:r>
              <a:rPr sz="1200">
                <a:latin typeface="Consolas"/>
              </a:rPr>
              <a:t>  }</a:t>
            </a:r>
          </a:p>
          <a:p>
            <a:r>
              <a:rPr sz="12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&amp; JSON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JUnit plugs into Jenkins, GitHub, Azure pipelines for gates</a:t>
            </a:r>
          </a:p>
          <a:p>
            <a:r>
              <a:t>JSON unlocks bespoke dashboards or Slack bots</a:t>
            </a:r>
          </a:p>
          <a:p>
            <a:r>
              <a:t>Store outputs under `artifacts/` for retention</a:t>
            </a:r>
          </a:p>
          <a:p>
            <a:r>
              <a:t>Exercise: pair up to parse JSON and summarize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playwright.config.ts excerpt</a:t>
            </a:r>
          </a:p>
          <a:p>
            <a:r>
              <a:rPr sz="1200">
                <a:latin typeface="Consolas"/>
              </a:rPr>
              <a:t>reporter: [</a:t>
            </a:r>
          </a:p>
          <a:p>
            <a:r>
              <a:rPr sz="1200">
                <a:latin typeface="Consolas"/>
              </a:rPr>
              <a:t>  ['json', { outputFile: 'artifacts/json/results.json' }],</a:t>
            </a:r>
          </a:p>
          <a:p>
            <a:r>
              <a:rPr sz="1200">
                <a:latin typeface="Consolas"/>
              </a:rPr>
              <a:t>  ['junit', { outputFile: 'artifacts/junit/results.xml' }]</a:t>
            </a:r>
          </a:p>
          <a:p>
            <a:r>
              <a:rPr sz="1200">
                <a:latin typeface="Consolas"/>
              </a:rPr>
              <a:t>];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Slack Reporter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Reporter hooks expose lifecycle events for integrations</a:t>
            </a:r>
          </a:p>
          <a:p>
            <a:r>
              <a:t>Use `onTestEnd`/`onEnd` to gather status + trace links</a:t>
            </a:r>
          </a:p>
          <a:p>
            <a:r>
              <a:t>Ship concise summaries to chat for instant triage</a:t>
            </a:r>
          </a:p>
          <a:p>
            <a:r>
              <a:t>Exercise: scaffold webhook URL via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SlackReporter.ts</a:t>
            </a:r>
          </a:p>
          <a:p>
            <a:r>
              <a:rPr sz="1200">
                <a:latin typeface="Consolas"/>
              </a:rPr>
              <a:t>import type { Reporter, TestCase, TestResult } from '@playwright/test';</a:t>
            </a:r>
          </a:p>
          <a:p>
            <a:r>
              <a:rPr sz="1200">
                <a:latin typeface="Consolas"/>
              </a:rPr>
              <a:t>export default class SlackReporter implements Reporter {</a:t>
            </a:r>
          </a:p>
          <a:p>
            <a:r>
              <a:rPr sz="1200">
                <a:latin typeface="Consolas"/>
              </a:rPr>
              <a:t>  async onTestEnd(test: TestCase, result: TestResult) {</a:t>
            </a:r>
          </a:p>
          <a:p>
            <a:r>
              <a:rPr sz="1200">
                <a:latin typeface="Consolas"/>
              </a:rPr>
              <a:t>    if (result.status === 'failed') {</a:t>
            </a:r>
          </a:p>
          <a:p>
            <a:r>
              <a:rPr sz="1200">
                <a:latin typeface="Consolas"/>
              </a:rPr>
              <a:t>      await fetch(process.env.SLACK_WEBHOOK!, {</a:t>
            </a:r>
          </a:p>
          <a:p>
            <a:r>
              <a:rPr sz="1200">
                <a:latin typeface="Consolas"/>
              </a:rPr>
              <a:t>        method: 'POST',</a:t>
            </a:r>
          </a:p>
          <a:p>
            <a:r>
              <a:rPr sz="1200">
                <a:latin typeface="Consolas"/>
              </a:rPr>
              <a:t>        body: JSON.stringify({</a:t>
            </a:r>
          </a:p>
          <a:p>
            <a:r>
              <a:rPr sz="1200">
                <a:latin typeface="Consolas"/>
              </a:rPr>
              <a:t>          text: `❌ ${test.title} failed on ${result.workerIndex}. Trace: ${result.attachments.find(a =&gt; a.name==='trace')?.path}`</a:t>
            </a:r>
          </a:p>
          <a:p>
            <a:r>
              <a:rPr sz="1200">
                <a:latin typeface="Consolas"/>
              </a:rPr>
              <a:t>        })</a:t>
            </a:r>
          </a:p>
          <a:p>
            <a:r>
              <a:rPr sz="1200">
                <a:latin typeface="Consolas"/>
              </a:rPr>
              <a:t>      });</a:t>
            </a:r>
          </a:p>
          <a:p>
            <a:r>
              <a:rPr sz="1200">
                <a:latin typeface="Consolas"/>
              </a:rPr>
              <a:t>    }</a:t>
            </a:r>
          </a:p>
          <a:p>
            <a:r>
              <a:rPr sz="1200">
                <a:latin typeface="Consolas"/>
              </a:rPr>
              <a:t>  }</a:t>
            </a:r>
          </a:p>
          <a:p>
            <a:r>
              <a:rPr sz="12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Reporter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Free: `allure-playwright`, `monocart-reporter`, `@qavajs/allure-playwright`</a:t>
            </a:r>
          </a:p>
          <a:p>
            <a:r>
              <a:t>Paid SaaS dashboards: ReportPortal.io, Testomat.io, Reflect</a:t>
            </a:r>
          </a:p>
          <a:p>
            <a:r>
              <a:t>Value props: trend charts, flaky analytics, notifications</a:t>
            </a:r>
          </a:p>
          <a:p>
            <a:r>
              <a:t>Demo: install Allure, run suite, open `allure serve`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# Install &amp; run Allure</a:t>
            </a:r>
          </a:p>
          <a:p>
            <a:r>
              <a:rPr sz="1200">
                <a:latin typeface="Consolas"/>
              </a:rPr>
              <a:t>npm i -D allure-playwright</a:t>
            </a:r>
          </a:p>
          <a:p>
            <a:r>
              <a:rPr sz="1200">
                <a:latin typeface="Consolas"/>
              </a:rPr>
              <a:t>npx playwright test --reporter=line,allure-playwright</a:t>
            </a:r>
          </a:p>
          <a:p>
            <a:r>
              <a:rPr sz="1200">
                <a:latin typeface="Consolas"/>
              </a:rPr>
              <a:t>allure serve allure-results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enable HTML + JSON reporters, capture sample artifacts</a:t>
            </a:r>
          </a:p>
          <a:p>
            <a:r>
              <a:t>Upload outputs to shared Drive/CI artifact store</a:t>
            </a:r>
          </a:p>
          <a:p>
            <a:r>
              <a:t>Note which views answer: What failed? Which browser?</a:t>
            </a:r>
          </a:p>
          <a:p>
            <a:r>
              <a:t>Shareback: 2-min show-and-tell per pair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Reproduce locally -&gt; capture context -&gt; share findings</a:t>
            </a:r>
          </a:p>
          <a:p>
            <a:r>
              <a:t>Branching questions: local vs CI-only vs flaky</a:t>
            </a:r>
          </a:p>
          <a:p>
            <a:r>
              <a:t>Artifacts: traces, network, console, custom logs</a:t>
            </a:r>
          </a:p>
          <a:p>
            <a:r>
              <a:t>Tools: VS Code debugger, trace viewer, terminal flags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Code Debug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Playwright extension or custom launch config</a:t>
            </a:r>
          </a:p>
          <a:p>
            <a:r>
              <a:t>`PWDEBUG=1` pauses after each action for inspection</a:t>
            </a:r>
          </a:p>
          <a:p>
            <a:r>
              <a:t>Set breakpoints inside tests and fixtures</a:t>
            </a:r>
          </a:p>
          <a:p>
            <a:r>
              <a:t>Live demo: debug flaky login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.vscode/launch.json</a:t>
            </a:r>
          </a:p>
          <a:p>
            <a:r>
              <a:rPr sz="1200">
                <a:latin typeface="Consolas"/>
              </a:rPr>
              <a:t>{</a:t>
            </a:r>
          </a:p>
          <a:p>
            <a:r>
              <a:rPr sz="1200">
                <a:latin typeface="Consolas"/>
              </a:rPr>
              <a:t>  "configurations": [</a:t>
            </a:r>
          </a:p>
          <a:p>
            <a:r>
              <a:rPr sz="1200">
                <a:latin typeface="Consolas"/>
              </a:rPr>
              <a:t>    {</a:t>
            </a:r>
          </a:p>
          <a:p>
            <a:r>
              <a:rPr sz="1200">
                <a:latin typeface="Consolas"/>
              </a:rPr>
              <a:t>      "type": "pwa-node",</a:t>
            </a:r>
          </a:p>
          <a:p>
            <a:r>
              <a:rPr sz="1200">
                <a:latin typeface="Consolas"/>
              </a:rPr>
              <a:t>      "request": "launch",</a:t>
            </a:r>
          </a:p>
          <a:p>
            <a:r>
              <a:rPr sz="1200">
                <a:latin typeface="Consolas"/>
              </a:rPr>
              <a:t>      "name": "Debug Playwright Test",</a:t>
            </a:r>
          </a:p>
          <a:p>
            <a:r>
              <a:rPr sz="1200">
                <a:latin typeface="Consolas"/>
              </a:rPr>
              <a:t>      "program": "${workspaceFolder}/node_modules/@playwright/test/cli.js",</a:t>
            </a:r>
          </a:p>
          <a:p>
            <a:r>
              <a:rPr sz="1200">
                <a:latin typeface="Consolas"/>
              </a:rPr>
              <a:t>      "args": ["test", "--headed", "--project=chromium", "${file}"],</a:t>
            </a:r>
          </a:p>
          <a:p>
            <a:r>
              <a:rPr sz="1200">
                <a:latin typeface="Consolas"/>
              </a:rPr>
              <a:t>      "env": { "PWDEBUG": "1" }</a:t>
            </a:r>
          </a:p>
          <a:p>
            <a:r>
              <a:rPr sz="1200">
                <a:latin typeface="Consolas"/>
              </a:rPr>
              <a:t>    }</a:t>
            </a:r>
          </a:p>
          <a:p>
            <a:r>
              <a:rPr sz="1200">
                <a:latin typeface="Consolas"/>
              </a:rPr>
              <a:t>  ]</a:t>
            </a:r>
          </a:p>
          <a:p>
            <a:r>
              <a:rPr sz="12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 Viewer &amp; Time Travel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globally via `use: { trace: 'on' }` or on retry</a:t>
            </a:r>
          </a:p>
          <a:p>
            <a:r>
              <a:t>`npx playwright show-trace trace.zip` for DOM/network replay</a:t>
            </a:r>
          </a:p>
          <a:p>
            <a:r>
              <a:t>Inspect console, network, screenshots, source in one pane</a:t>
            </a:r>
          </a:p>
          <a:p>
            <a:r>
              <a:t>Exercise: identify failing selector inside provided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playwright.config.ts</a:t>
            </a:r>
          </a:p>
          <a:p>
            <a:r>
              <a:rPr sz="1200">
                <a:latin typeface="Consolas"/>
              </a:rPr>
              <a:t>use: {</a:t>
            </a:r>
          </a:p>
          <a:p>
            <a:r>
              <a:rPr sz="1200">
                <a:latin typeface="Consolas"/>
              </a:rPr>
              <a:t>  trace: 'on-first-retry',</a:t>
            </a:r>
          </a:p>
          <a:p>
            <a:r>
              <a:rPr sz="1200">
                <a:latin typeface="Consolas"/>
              </a:rPr>
              <a:t>  video: 'retain-on-failure',</a:t>
            </a:r>
          </a:p>
          <a:p>
            <a:r>
              <a:rPr sz="1200">
                <a:latin typeface="Consolas"/>
              </a:rPr>
              <a:t>  screenshot: 'only-on-failure'</a:t>
            </a:r>
          </a:p>
          <a:p>
            <a:r>
              <a:rPr sz="1200">
                <a:latin typeface="Consolas"/>
              </a:rPr>
              <a:t>};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&amp; Live Debug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`npx playwright test --debug` opens inspector after failure</a:t>
            </a:r>
          </a:p>
          <a:p>
            <a:r>
              <a:t>`PWDEBUG=console` streams locator + network info</a:t>
            </a:r>
          </a:p>
          <a:p>
            <a:r>
              <a:t>`DEBUG=pw:api` for verbose protocol logging</a:t>
            </a:r>
          </a:p>
          <a:p>
            <a:r>
              <a:t>Teach interpretation of retries, worker IDs, slow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# Useful commands</a:t>
            </a:r>
          </a:p>
          <a:p>
            <a:r>
              <a:rPr sz="1200">
                <a:latin typeface="Consolas"/>
              </a:rPr>
              <a:t>PWDEBUG=console npx playwright test tests/login.spec.ts</a:t>
            </a:r>
          </a:p>
          <a:p>
            <a:r>
              <a:rPr sz="1200">
                <a:latin typeface="Consolas"/>
              </a:rPr>
              <a:t>DEBUG=pw:api npx playwright test --project=firefox</a:t>
            </a:r>
          </a:p>
          <a:p>
            <a:r>
              <a:rPr sz="1200">
                <a:latin typeface="Consolas"/>
              </a:rPr>
              <a:t>npx playwright test --debug tests/cart.spec.ts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Persisting API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Leverage `testInfo.outputPath` to store per-test files</a:t>
            </a:r>
          </a:p>
          <a:p>
            <a:r>
              <a:t>Attach logs so reporters surface them automatically</a:t>
            </a:r>
          </a:p>
          <a:p>
            <a:r>
              <a:t>Great for API payloads, feature flags, DB snapshots</a:t>
            </a:r>
          </a:p>
          <a:p>
            <a:r>
              <a:t>Demo: tail generated log while test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import { createWriteStream } from 'node:fs';</a:t>
            </a:r>
          </a:p>
          <a:p>
            <a:r>
              <a:rPr sz="1200">
                <a:latin typeface="Consolas"/>
              </a:rPr>
              <a:t>import test from '@playwright/test';</a:t>
            </a:r>
          </a:p>
          <a:p/>
          <a:p>
            <a:r>
              <a:rPr sz="1200">
                <a:latin typeface="Consolas"/>
              </a:rPr>
              <a:t>test('orders API', async ({ request }, testInfo) =&gt; {</a:t>
            </a:r>
          </a:p>
          <a:p>
            <a:r>
              <a:rPr sz="1200">
                <a:latin typeface="Consolas"/>
              </a:rPr>
              <a:t>  const logPath = testInfo.outputPath('orders.log');</a:t>
            </a:r>
          </a:p>
          <a:p>
            <a:r>
              <a:rPr sz="1200">
                <a:latin typeface="Consolas"/>
              </a:rPr>
              <a:t>  const stream = createWriteStream(logPath);</a:t>
            </a:r>
          </a:p>
          <a:p>
            <a:r>
              <a:rPr sz="1200">
                <a:latin typeface="Consolas"/>
              </a:rPr>
              <a:t>  const response = await request.post('/orders', { data: { sku: 'A12' } });</a:t>
            </a:r>
          </a:p>
          <a:p>
            <a:r>
              <a:rPr sz="1200">
                <a:latin typeface="Consolas"/>
              </a:rPr>
              <a:t>  stream.write(`Status: ${response.status()}\n`);</a:t>
            </a:r>
          </a:p>
          <a:p>
            <a:r>
              <a:rPr sz="1200">
                <a:latin typeface="Consolas"/>
              </a:rPr>
              <a:t>  stream.write(`Body: ${await response.text()}\n`);</a:t>
            </a:r>
          </a:p>
          <a:p>
            <a:r>
              <a:rPr sz="1200">
                <a:latin typeface="Consolas"/>
              </a:rPr>
              <a:t>  stream.end();</a:t>
            </a:r>
          </a:p>
          <a:p>
            <a:r>
              <a:rPr sz="1200">
                <a:latin typeface="Consolas"/>
              </a:rPr>
              <a:t>  testInfo.attachments.push({ name: 'orders-log', path: logPath, contentType: 'text/plain' });</a:t>
            </a:r>
          </a:p>
          <a:p>
            <a:r>
              <a:rPr sz="1200">
                <a:latin typeface="Consolas"/>
              </a:rPr>
              <a:t>});</a:t>
            </a:r>
          </a:p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&amp; Trace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HAR/trace when chasing API or caching issues</a:t>
            </a:r>
          </a:p>
          <a:p>
            <a:r>
              <a:t>`context.tracing.start({ screenshots, snapshots, sources })`</a:t>
            </a:r>
          </a:p>
          <a:p>
            <a:r>
              <a:t>Stop + save path on teardown for sharing</a:t>
            </a:r>
          </a:p>
          <a:p>
            <a:r>
              <a:t>Optional: upload HAR to debugging proxy for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await context.tracing.start({</a:t>
            </a:r>
          </a:p>
          <a:p>
            <a:r>
              <a:rPr sz="1200">
                <a:latin typeface="Consolas"/>
              </a:rPr>
              <a:t>  screenshots: true,</a:t>
            </a:r>
          </a:p>
          <a:p>
            <a:r>
              <a:rPr sz="1200">
                <a:latin typeface="Consolas"/>
              </a:rPr>
              <a:t>  snapshots: true,</a:t>
            </a:r>
          </a:p>
          <a:p>
            <a:r>
              <a:rPr sz="1200">
                <a:latin typeface="Consolas"/>
              </a:rPr>
              <a:t>  sources: true</a:t>
            </a:r>
          </a:p>
          <a:p>
            <a:r>
              <a:rPr sz="1200">
                <a:latin typeface="Consolas"/>
              </a:rPr>
              <a:t>});</a:t>
            </a:r>
          </a:p>
          <a:p>
            <a:r>
              <a:rPr sz="1200">
                <a:latin typeface="Consolas"/>
              </a:rPr>
              <a:t>// ... run interactions ...</a:t>
            </a:r>
          </a:p>
          <a:p>
            <a:r>
              <a:rPr sz="1200">
                <a:latin typeface="Consolas"/>
              </a:rPr>
              <a:t>await context.tracing.stop({ path: testInfo.outputPath('trace.zip') });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Artifact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upload HTML report, traces, videos, JSON/JUnit</a:t>
            </a:r>
          </a:p>
          <a:p>
            <a:r>
              <a:t>Link artifacts in PR comments for instant access</a:t>
            </a:r>
          </a:p>
          <a:p>
            <a:r>
              <a:t>Retain at least 14 days for regression hunts</a:t>
            </a:r>
          </a:p>
          <a:p>
            <a:r>
              <a:t>Show GitHub Actions template with caching + uploads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# .github/workflows/playwright.yml excerpt</a:t>
            </a:r>
          </a:p>
          <a:p>
            <a:r>
              <a:rPr sz="1200">
                <a:latin typeface="Consolas"/>
              </a:rPr>
              <a:t>- name: Run Playwright</a:t>
            </a:r>
          </a:p>
          <a:p>
            <a:r>
              <a:rPr sz="1200">
                <a:latin typeface="Consolas"/>
              </a:rPr>
              <a:t>  run: npx playwright test --reporter=junit,line</a:t>
            </a:r>
          </a:p>
          <a:p>
            <a:r>
              <a:rPr sz="1200">
                <a:latin typeface="Consolas"/>
              </a:rPr>
              <a:t>- name: Upload artifacts</a:t>
            </a:r>
          </a:p>
          <a:p>
            <a:r>
              <a:rPr sz="1200">
                <a:latin typeface="Consolas"/>
              </a:rPr>
              <a:t>  uses: actions/upload-artifact@v4</a:t>
            </a:r>
          </a:p>
          <a:p>
            <a:r>
              <a:rPr sz="1200">
                <a:latin typeface="Consolas"/>
              </a:rPr>
              <a:t>  with:</a:t>
            </a:r>
          </a:p>
          <a:p>
            <a:r>
              <a:rPr sz="1200">
                <a:latin typeface="Consolas"/>
              </a:rPr>
              <a:t>    name: playwright-artifacts</a:t>
            </a:r>
          </a:p>
          <a:p>
            <a:r>
              <a:rPr sz="1200">
                <a:latin typeface="Consolas"/>
              </a:rPr>
              <a:t>    path: |</a:t>
            </a:r>
          </a:p>
          <a:p>
            <a:r>
              <a:rPr sz="1200">
                <a:latin typeface="Consolas"/>
              </a:rPr>
              <a:t>      playwright-report</a:t>
            </a:r>
          </a:p>
          <a:p>
            <a:r>
              <a:rPr sz="1200">
                <a:latin typeface="Consolas"/>
              </a:rPr>
              <a:t>      test-results</a:t>
            </a:r>
          </a:p>
          <a:p>
            <a:r>
              <a:rPr sz="1200">
                <a:latin typeface="Consolas"/>
              </a:rPr>
              <a:t>      trace.zip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Stability &amp; Flaky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 for deterministic, isolated, resource-aware tests</a:t>
            </a:r>
          </a:p>
          <a:p>
            <a:r>
              <a:t>Track flaky rate (% of runs needing retries) per spec</a:t>
            </a:r>
          </a:p>
          <a:p>
            <a:r>
              <a:t>When flaky appears: reproduce, gather artifacts, root-cause</a:t>
            </a:r>
          </a:p>
          <a:p>
            <a:r>
              <a:t>Never skip—treat as bug with owner and action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Tactics 1-5: Locators &amp; Waits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 semantic locators (`getByRole`, `getByTestId`)</a:t>
            </a:r>
          </a:p>
          <a:p>
            <a:r>
              <a:t>2. Lean on `expect` auto-waits instead of sleeps</a:t>
            </a:r>
          </a:p>
          <a:p>
            <a:r>
              <a:t>3. Wait for network/data readiness before asserting</a:t>
            </a:r>
          </a:p>
          <a:p>
            <a:r>
              <a:t>4. Reset shared state via fixtures or API seeds</a:t>
            </a:r>
          </a:p>
          <a:p>
            <a:r>
              <a:t>5. Tune workers/parallelism to match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import { test, expect } from '@playwright/test';</a:t>
            </a:r>
          </a:p>
          <a:p/>
          <a:p>
            <a:r>
              <a:rPr sz="1200">
                <a:latin typeface="Consolas"/>
              </a:rPr>
              <a:t>test.beforeEach(async ({ request }) =&gt; {</a:t>
            </a:r>
          </a:p>
          <a:p>
            <a:r>
              <a:rPr sz="1200">
                <a:latin typeface="Consolas"/>
              </a:rPr>
              <a:t>  await request.post('/test-support/reset-db');</a:t>
            </a:r>
          </a:p>
          <a:p>
            <a:r>
              <a:rPr sz="1200">
                <a:latin typeface="Consolas"/>
              </a:rPr>
              <a:t>});</a:t>
            </a:r>
          </a:p>
          <a:p/>
          <a:p>
            <a:r>
              <a:rPr sz="1200">
                <a:latin typeface="Consolas"/>
              </a:rPr>
              <a:t>test('checkout flow', async ({ page }) =&gt; {</a:t>
            </a:r>
          </a:p>
          <a:p>
            <a:r>
              <a:rPr sz="1200">
                <a:latin typeface="Consolas"/>
              </a:rPr>
              <a:t>  await page.getByRole('button', { name: 'Add to cart' }).click();</a:t>
            </a:r>
          </a:p>
          <a:p>
            <a:r>
              <a:rPr sz="1200">
                <a:latin typeface="Consolas"/>
              </a:rPr>
              <a:t>  await page.waitForLoadState('networkidle');</a:t>
            </a:r>
          </a:p>
          <a:p>
            <a:r>
              <a:rPr sz="1200">
                <a:latin typeface="Consolas"/>
              </a:rPr>
              <a:t>  await expect(page.getByTestId('order-total')).toHaveText('$120.00');</a:t>
            </a:r>
          </a:p>
          <a:p>
            <a:r>
              <a:rPr sz="1200">
                <a:latin typeface="Consolas"/>
              </a:rPr>
              <a:t>});</a:t>
            </a:r>
          </a:p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Tactics 6-10: Async &amp;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Targeted retries via `test.describe.configure({ retries })`</a:t>
            </a:r>
          </a:p>
          <a:p>
            <a:r>
              <a:t>7. `expect.poll` for eventual consistency</a:t>
            </a:r>
          </a:p>
          <a:p>
            <a:r>
              <a:t>8. Fresh browser contexts when stateful</a:t>
            </a:r>
          </a:p>
          <a:p>
            <a:r>
              <a:t>9. Stub randomness/time for predictability</a:t>
            </a:r>
          </a:p>
          <a:p>
            <a:r>
              <a:t>10. Mirror CI conditions locally (headless, container)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test.describe.configure({ retries: 2 });</a:t>
            </a:r>
          </a:p>
          <a:p/>
          <a:p>
            <a:r>
              <a:rPr sz="1200">
                <a:latin typeface="Consolas"/>
              </a:rPr>
              <a:t>await expect.poll(async () =&gt; {</a:t>
            </a:r>
          </a:p>
          <a:p>
            <a:r>
              <a:rPr sz="1200">
                <a:latin typeface="Consolas"/>
              </a:rPr>
              <a:t>  const res = await request.get('/inventory/status');</a:t>
            </a:r>
          </a:p>
          <a:p>
            <a:r>
              <a:rPr sz="1200">
                <a:latin typeface="Consolas"/>
              </a:rPr>
              <a:t>  return res.json();</a:t>
            </a:r>
          </a:p>
          <a:p>
            <a:r>
              <a:rPr sz="1200">
                <a:latin typeface="Consolas"/>
              </a:rPr>
              <a:t>}, { message: 'waiting for stock' }).toMatchObject({ inStock: true });</a:t>
            </a:r>
          </a:p>
          <a:p/>
          <a:p>
            <a:r>
              <a:rPr sz="1200">
                <a:latin typeface="Consolas"/>
              </a:rPr>
              <a:t>test.use({ storageState: undefined });</a:t>
            </a:r>
          </a:p>
          <a:p>
            <a:r>
              <a:rPr sz="1200">
                <a:latin typeface="Consolas"/>
              </a:rPr>
              <a:t>await page.addInitScript(() =&gt; {</a:t>
            </a:r>
          </a:p>
          <a:p>
            <a:r>
              <a:rPr sz="1200">
                <a:latin typeface="Consolas"/>
              </a:rPr>
              <a:t>  Date.now = () =&gt; 1700000000000;</a:t>
            </a:r>
          </a:p>
          <a:p>
            <a:r>
              <a:rPr sz="1200">
                <a:latin typeface="Consolas"/>
              </a:rPr>
              <a:t>  Math.random = () =&gt; 0.42;</a:t>
            </a:r>
          </a:p>
          <a:p>
            <a:r>
              <a:rPr sz="1200">
                <a:latin typeface="Consolas"/>
              </a:rPr>
              <a:t>});</a:t>
            </a:r>
          </a:p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Tactics 11-15: Observability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11. Track flaky stats via dashboards ingesting JUnit/JSON</a:t>
            </a:r>
          </a:p>
          <a:p>
            <a:r>
              <a:t>12. Auto-collect traces/videos on first retry</a:t>
            </a:r>
          </a:p>
          <a:p>
            <a:r>
              <a:t>13. Toggle diagnostic logging with env flags</a:t>
            </a:r>
          </a:p>
          <a:p>
            <a:r>
              <a:t>14. Quarantine flaky specs instead of disabling</a:t>
            </a:r>
          </a:p>
          <a:p>
            <a:r>
              <a:t>15. Require documented fix + evidence before re-enabling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onsolas"/>
              </a:rPr>
              <a:t>// playwright.config.ts</a:t>
            </a:r>
          </a:p>
          <a:p>
            <a:r>
              <a:rPr sz="1200">
                <a:latin typeface="Consolas"/>
              </a:rPr>
              <a:t>reporter: [['junit', { outputFile: 'artifacts/junit/results.xml' }]];</a:t>
            </a:r>
          </a:p>
          <a:p>
            <a:r>
              <a:rPr sz="1200">
                <a:latin typeface="Consolas"/>
              </a:rPr>
              <a:t>use: { trace: 'on-first-retry', video: 'retain-on-failure' };</a:t>
            </a:r>
          </a:p>
          <a:p/>
          <a:p>
            <a:r>
              <a:rPr sz="1200">
                <a:latin typeface="Consolas"/>
              </a:rPr>
              <a:t>if (process.env.DEBUG_TESTS) {</a:t>
            </a:r>
          </a:p>
          <a:p>
            <a:r>
              <a:rPr sz="1200">
                <a:latin typeface="Consolas"/>
              </a:rPr>
              <a:t>  console.log('Verbose diagnostics enabled');</a:t>
            </a:r>
          </a:p>
          <a:p>
            <a:r>
              <a:rPr sz="1200">
                <a:latin typeface="Consolas"/>
              </a:rPr>
              <a:t>}</a:t>
            </a:r>
          </a:p>
          <a:p/>
          <a:p>
            <a:r>
              <a:rPr sz="1200">
                <a:latin typeface="Consolas"/>
              </a:rPr>
              <a:t>test.describe.configure({ mode: 'serial', tag: '@flaky' });</a:t>
            </a:r>
          </a:p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Recap: reporting stack, debugging toolkit, 15 stability tactics</a:t>
            </a:r>
          </a:p>
          <a:p>
            <a:r>
              <a:t>Action items: enable trace-on-retry + HTML report in your repo</a:t>
            </a:r>
          </a:p>
          <a:p>
            <a:r>
              <a:t>Homework: log one flaky test, capture artifacts, document fix</a:t>
            </a:r>
          </a:p>
          <a:p>
            <a:r>
              <a:t>Q&amp;A + open Slack channel for ongoing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